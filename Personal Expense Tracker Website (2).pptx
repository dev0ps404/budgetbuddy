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embeddedFontLst>
    <p:embeddedFont>
      <p:font typeface="Quattrocento Sans" charset="-122" pitchFamily="34"/>
      <p:regular r:id="rId17"/>
    </p:embeddedFont>
    <p:embeddedFont>
      <p:font typeface="Liter" charset="-122" pitchFamily="34"/>
      <p:regular r:id="rId1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cdn.dribbble.com/b6581a30a4d94f371647745b5f9c5a26f355bc1e.jp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0" r="0" t="11615" b="11615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1270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2563EB">
                  <a:alpha val="95000"/>
                </a:srgbClr>
              </a:gs>
              <a:gs pos="50000">
                <a:srgbClr val="2563EB">
                  <a:alpha val="90000"/>
                </a:srgbClr>
              </a:gs>
              <a:gs pos="100000">
                <a:srgbClr val="10B981">
                  <a:alpha val="8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762000"/>
            <a:ext cx="3552825" cy="381000"/>
          </a:xfrm>
          <a:custGeom>
            <a:avLst/>
            <a:gdLst/>
            <a:ahLst/>
            <a:cxnLst/>
            <a:rect l="l" t="t" r="r" b="b"/>
            <a:pathLst>
              <a:path w="3552825" h="381000">
                <a:moveTo>
                  <a:pt x="190500" y="0"/>
                </a:moveTo>
                <a:lnTo>
                  <a:pt x="3362325" y="0"/>
                </a:lnTo>
                <a:cubicBezTo>
                  <a:pt x="3467465" y="0"/>
                  <a:pt x="3552825" y="85360"/>
                  <a:pt x="3552825" y="190500"/>
                </a:cubicBezTo>
                <a:lnTo>
                  <a:pt x="3552825" y="190500"/>
                </a:lnTo>
                <a:cubicBezTo>
                  <a:pt x="3552825" y="295640"/>
                  <a:pt x="3467465" y="381000"/>
                  <a:pt x="3362325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838200"/>
            <a:ext cx="3248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Full-Stack Web Development Project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1539073"/>
            <a:ext cx="76581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7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Personal</a:t>
            </a:r>
            <a:endParaRPr lang="en-US" sz="1600" dirty="0"/>
          </a:p>
          <a:p>
            <a:pPr>
              <a:lnSpc>
                <a:spcPct val="90000"/>
              </a:lnSpc>
            </a:pPr>
            <a:r>
              <a:rPr lang="en-US" sz="7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Expense</a:t>
            </a:r>
            <a:endParaRPr lang="en-US" sz="1600" dirty="0"/>
          </a:p>
          <a:p>
            <a:pPr>
              <a:lnSpc>
                <a:spcPct val="90000"/>
              </a:lnSpc>
            </a:pPr>
            <a:r>
              <a:rPr lang="en-US" sz="7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Tracker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4748125"/>
            <a:ext cx="73437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FFFFFF">
                    <a:alpha val="9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Web-Based Solution for Personal Financial Management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5347747"/>
            <a:ext cx="609600" cy="38100"/>
          </a:xfrm>
          <a:custGeom>
            <a:avLst/>
            <a:gdLst/>
            <a:ahLst/>
            <a:cxnLst/>
            <a:rect l="l" t="t" r="r" b="b"/>
            <a:pathLst>
              <a:path w="609600" h="38100">
                <a:moveTo>
                  <a:pt x="0" y="0"/>
                </a:moveTo>
                <a:lnTo>
                  <a:pt x="609600" y="0"/>
                </a:lnTo>
                <a:lnTo>
                  <a:pt x="6096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9" name="Text 6"/>
          <p:cNvSpPr/>
          <p:nvPr/>
        </p:nvSpPr>
        <p:spPr>
          <a:xfrm>
            <a:off x="1156956" y="5214397"/>
            <a:ext cx="3448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Transforming Financial Chaos into Clarity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81000" y="5638800"/>
            <a:ext cx="3790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 Team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81000" y="5943600"/>
            <a:ext cx="3800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Devansh Agrawal • Govind Rana • Gagan Saraswat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81000" y="6210300"/>
            <a:ext cx="3800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Sanskar Geda • Abhinav Gupta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0337304" y="5905500"/>
            <a:ext cx="1476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b="1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 Supervisor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0327779" y="6210300"/>
            <a:ext cx="1485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5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Mr. Samarth Vohra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2563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 Analysis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Financial Chaos in Daily Life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333500"/>
            <a:ext cx="5600700" cy="1828800"/>
          </a:xfrm>
          <a:custGeom>
            <a:avLst/>
            <a:gdLst/>
            <a:ahLst/>
            <a:cxnLst/>
            <a:rect l="l" t="t" r="r" b="b"/>
            <a:pathLst>
              <a:path w="5600700" h="1828800">
                <a:moveTo>
                  <a:pt x="38100" y="0"/>
                </a:moveTo>
                <a:lnTo>
                  <a:pt x="5448306" y="0"/>
                </a:lnTo>
                <a:cubicBezTo>
                  <a:pt x="5532471" y="0"/>
                  <a:pt x="5600700" y="68229"/>
                  <a:pt x="5600700" y="152394"/>
                </a:cubicBezTo>
                <a:lnTo>
                  <a:pt x="5600700" y="1676406"/>
                </a:lnTo>
                <a:cubicBezTo>
                  <a:pt x="5600700" y="1760571"/>
                  <a:pt x="5532471" y="1828800"/>
                  <a:pt x="5448306" y="1828800"/>
                </a:cubicBezTo>
                <a:lnTo>
                  <a:pt x="38100" y="1828800"/>
                </a:lnTo>
                <a:cubicBezTo>
                  <a:pt x="17058" y="1828800"/>
                  <a:pt x="0" y="1811742"/>
                  <a:pt x="0" y="1790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rotWithShape="1" flip="none">
            <a:gsLst>
              <a:gs pos="0">
                <a:srgbClr val="FEE2E2"/>
              </a:gs>
              <a:gs pos="100000">
                <a:srgbClr val="FECACA"/>
              </a:gs>
            </a:gsLst>
            <a:lin ang="2700000" scaled="1"/>
          </a:gradFill>
          <a:ln/>
        </p:spPr>
      </p:sp>
      <p:sp>
        <p:nvSpPr>
          <p:cNvPr id="5" name="Shape 3"/>
          <p:cNvSpPr/>
          <p:nvPr/>
        </p:nvSpPr>
        <p:spPr>
          <a:xfrm>
            <a:off x="400050" y="1333500"/>
            <a:ext cx="38100" cy="1828800"/>
          </a:xfrm>
          <a:custGeom>
            <a:avLst/>
            <a:gdLst/>
            <a:ahLst/>
            <a:cxnLst/>
            <a:rect l="l" t="t" r="r" b="b"/>
            <a:pathLst>
              <a:path w="38100" h="1828800">
                <a:moveTo>
                  <a:pt x="38100" y="0"/>
                </a:moveTo>
                <a:lnTo>
                  <a:pt x="38100" y="0"/>
                </a:lnTo>
                <a:lnTo>
                  <a:pt x="38100" y="1828800"/>
                </a:lnTo>
                <a:lnTo>
                  <a:pt x="38100" y="1828800"/>
                </a:lnTo>
                <a:cubicBezTo>
                  <a:pt x="17072" y="1828800"/>
                  <a:pt x="0" y="1811728"/>
                  <a:pt x="0" y="1790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6" name="Shape 4"/>
          <p:cNvSpPr/>
          <p:nvPr/>
        </p:nvSpPr>
        <p:spPr>
          <a:xfrm>
            <a:off x="609600" y="1524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7" name="Shape 5"/>
          <p:cNvSpPr/>
          <p:nvPr/>
        </p:nvSpPr>
        <p:spPr>
          <a:xfrm>
            <a:off x="766763" y="165735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0" y="23812"/>
                </a:moveTo>
                <a:cubicBezTo>
                  <a:pt x="0" y="10678"/>
                  <a:pt x="10678" y="0"/>
                  <a:pt x="23812" y="0"/>
                </a:cubicBezTo>
                <a:lnTo>
                  <a:pt x="79437" y="0"/>
                </a:lnTo>
                <a:cubicBezTo>
                  <a:pt x="85762" y="0"/>
                  <a:pt x="91827" y="2493"/>
                  <a:pt x="96292" y="6958"/>
                </a:cubicBezTo>
                <a:lnTo>
                  <a:pt x="135917" y="46620"/>
                </a:lnTo>
                <a:cubicBezTo>
                  <a:pt x="140382" y="51085"/>
                  <a:pt x="142875" y="57150"/>
                  <a:pt x="142875" y="63475"/>
                </a:cubicBezTo>
                <a:lnTo>
                  <a:pt x="142875" y="166688"/>
                </a:lnTo>
                <a:cubicBezTo>
                  <a:pt x="142875" y="179822"/>
                  <a:pt x="132197" y="190500"/>
                  <a:pt x="119063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23812"/>
                </a:lnTo>
                <a:close/>
                <a:moveTo>
                  <a:pt x="77391" y="21766"/>
                </a:moveTo>
                <a:lnTo>
                  <a:pt x="77391" y="56555"/>
                </a:lnTo>
                <a:cubicBezTo>
                  <a:pt x="77391" y="61503"/>
                  <a:pt x="81372" y="65484"/>
                  <a:pt x="86320" y="65484"/>
                </a:cubicBezTo>
                <a:lnTo>
                  <a:pt x="121109" y="65484"/>
                </a:lnTo>
                <a:lnTo>
                  <a:pt x="77391" y="21766"/>
                </a:lnTo>
                <a:close/>
                <a:moveTo>
                  <a:pt x="61020" y="99231"/>
                </a:moveTo>
                <a:cubicBezTo>
                  <a:pt x="58266" y="95138"/>
                  <a:pt x="52722" y="94022"/>
                  <a:pt x="48630" y="96738"/>
                </a:cubicBezTo>
                <a:cubicBezTo>
                  <a:pt x="44537" y="99454"/>
                  <a:pt x="43421" y="105035"/>
                  <a:pt x="46137" y="109128"/>
                </a:cubicBezTo>
                <a:lnTo>
                  <a:pt x="60722" y="130969"/>
                </a:lnTo>
                <a:lnTo>
                  <a:pt x="46137" y="152809"/>
                </a:lnTo>
                <a:cubicBezTo>
                  <a:pt x="43383" y="156902"/>
                  <a:pt x="44500" y="162446"/>
                  <a:pt x="48630" y="165199"/>
                </a:cubicBezTo>
                <a:cubicBezTo>
                  <a:pt x="52760" y="167953"/>
                  <a:pt x="58266" y="166836"/>
                  <a:pt x="61020" y="162706"/>
                </a:cubicBezTo>
                <a:lnTo>
                  <a:pt x="71438" y="147079"/>
                </a:lnTo>
                <a:lnTo>
                  <a:pt x="81855" y="162706"/>
                </a:lnTo>
                <a:cubicBezTo>
                  <a:pt x="84609" y="166799"/>
                  <a:pt x="90153" y="167915"/>
                  <a:pt x="94245" y="165199"/>
                </a:cubicBezTo>
                <a:cubicBezTo>
                  <a:pt x="98338" y="162483"/>
                  <a:pt x="99454" y="156902"/>
                  <a:pt x="96738" y="152809"/>
                </a:cubicBezTo>
                <a:lnTo>
                  <a:pt x="82153" y="130969"/>
                </a:lnTo>
                <a:lnTo>
                  <a:pt x="96738" y="109128"/>
                </a:lnTo>
                <a:cubicBezTo>
                  <a:pt x="99492" y="105035"/>
                  <a:pt x="98375" y="99492"/>
                  <a:pt x="94245" y="96738"/>
                </a:cubicBezTo>
                <a:cubicBezTo>
                  <a:pt x="90115" y="93985"/>
                  <a:pt x="84609" y="95101"/>
                  <a:pt x="81855" y="99231"/>
                </a:cubicBezTo>
                <a:lnTo>
                  <a:pt x="71438" y="114858"/>
                </a:lnTo>
                <a:lnTo>
                  <a:pt x="61020" y="9923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181100" y="1600200"/>
            <a:ext cx="20097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Proper Records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09600" y="2095500"/>
            <a:ext cx="52768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Most individuals, especially students, do not maintain proper financial records. Expenses are usually remembered mentally or written in notebooks.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9600" y="2705100"/>
            <a:ext cx="1390650" cy="266700"/>
          </a:xfrm>
          <a:custGeom>
            <a:avLst/>
            <a:gdLst/>
            <a:ahLst/>
            <a:cxnLst/>
            <a:rect l="l" t="t" r="r" b="b"/>
            <a:pathLst>
              <a:path w="1390650" h="266700">
                <a:moveTo>
                  <a:pt x="133350" y="0"/>
                </a:moveTo>
                <a:lnTo>
                  <a:pt x="1257300" y="0"/>
                </a:lnTo>
                <a:cubicBezTo>
                  <a:pt x="1330898" y="0"/>
                  <a:pt x="1390650" y="59752"/>
                  <a:pt x="1390650" y="133350"/>
                </a:cubicBezTo>
                <a:lnTo>
                  <a:pt x="1390650" y="133350"/>
                </a:lnTo>
                <a:cubicBezTo>
                  <a:pt x="1390650" y="206948"/>
                  <a:pt x="1330898" y="266700"/>
                  <a:pt x="125730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FFFFFF">
              <a:alpha val="70196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09600" y="2705100"/>
            <a:ext cx="145732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F444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Mental tracking only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078335" y="2705100"/>
            <a:ext cx="1304925" cy="266700"/>
          </a:xfrm>
          <a:custGeom>
            <a:avLst/>
            <a:gdLst/>
            <a:ahLst/>
            <a:cxnLst/>
            <a:rect l="l" t="t" r="r" b="b"/>
            <a:pathLst>
              <a:path w="1304925" h="266700">
                <a:moveTo>
                  <a:pt x="133350" y="0"/>
                </a:moveTo>
                <a:lnTo>
                  <a:pt x="1171575" y="0"/>
                </a:lnTo>
                <a:cubicBezTo>
                  <a:pt x="1245173" y="0"/>
                  <a:pt x="1304925" y="59752"/>
                  <a:pt x="1304925" y="133350"/>
                </a:cubicBezTo>
                <a:lnTo>
                  <a:pt x="1304925" y="133350"/>
                </a:lnTo>
                <a:cubicBezTo>
                  <a:pt x="1304925" y="206948"/>
                  <a:pt x="1245173" y="266700"/>
                  <a:pt x="117157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FFFFFF">
              <a:alpha val="70196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2078335" y="2705100"/>
            <a:ext cx="137160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F444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documentation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00050" y="3314700"/>
            <a:ext cx="5600700" cy="2095500"/>
          </a:xfrm>
          <a:custGeom>
            <a:avLst/>
            <a:gdLst/>
            <a:ahLst/>
            <a:cxnLst/>
            <a:rect l="l" t="t" r="r" b="b"/>
            <a:pathLst>
              <a:path w="5600700" h="2095500">
                <a:moveTo>
                  <a:pt x="38100" y="0"/>
                </a:moveTo>
                <a:lnTo>
                  <a:pt x="5448294" y="0"/>
                </a:lnTo>
                <a:cubicBezTo>
                  <a:pt x="5532409" y="0"/>
                  <a:pt x="5600700" y="68291"/>
                  <a:pt x="5600700" y="152406"/>
                </a:cubicBezTo>
                <a:lnTo>
                  <a:pt x="5600700" y="1943094"/>
                </a:lnTo>
                <a:cubicBezTo>
                  <a:pt x="5600700" y="2027209"/>
                  <a:pt x="5532409" y="2095500"/>
                  <a:pt x="5448294" y="2095500"/>
                </a:cubicBezTo>
                <a:lnTo>
                  <a:pt x="38100" y="2095500"/>
                </a:lnTo>
                <a:cubicBezTo>
                  <a:pt x="17072" y="2095500"/>
                  <a:pt x="0" y="2078428"/>
                  <a:pt x="0" y="2057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rotWithShape="1" flip="none">
            <a:gsLst>
              <a:gs pos="0">
                <a:srgbClr val="FEF3C7"/>
              </a:gs>
              <a:gs pos="100000">
                <a:srgbClr val="FDE68A"/>
              </a:gs>
            </a:gsLst>
            <a:lin ang="2700000" scaled="1"/>
          </a:gradFill>
          <a:ln/>
        </p:spPr>
      </p:sp>
      <p:sp>
        <p:nvSpPr>
          <p:cNvPr id="15" name="Shape 13"/>
          <p:cNvSpPr/>
          <p:nvPr/>
        </p:nvSpPr>
        <p:spPr>
          <a:xfrm>
            <a:off x="400050" y="3314700"/>
            <a:ext cx="38100" cy="2095500"/>
          </a:xfrm>
          <a:custGeom>
            <a:avLst/>
            <a:gdLst/>
            <a:ahLst/>
            <a:cxnLst/>
            <a:rect l="l" t="t" r="r" b="b"/>
            <a:pathLst>
              <a:path w="38100" h="2095500">
                <a:moveTo>
                  <a:pt x="38100" y="0"/>
                </a:moveTo>
                <a:lnTo>
                  <a:pt x="38100" y="0"/>
                </a:lnTo>
                <a:lnTo>
                  <a:pt x="38100" y="2095500"/>
                </a:lnTo>
                <a:lnTo>
                  <a:pt x="38100" y="2095500"/>
                </a:lnTo>
                <a:cubicBezTo>
                  <a:pt x="17072" y="2095500"/>
                  <a:pt x="0" y="2078428"/>
                  <a:pt x="0" y="2057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16" name="Shape 14"/>
          <p:cNvSpPr/>
          <p:nvPr/>
        </p:nvSpPr>
        <p:spPr>
          <a:xfrm>
            <a:off x="609600" y="35052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17" name="Shape 15"/>
          <p:cNvSpPr/>
          <p:nvPr/>
        </p:nvSpPr>
        <p:spPr>
          <a:xfrm>
            <a:off x="766763" y="363855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23812" y="0"/>
                </a:moveTo>
                <a:cubicBezTo>
                  <a:pt x="10678" y="0"/>
                  <a:pt x="0" y="10678"/>
                  <a:pt x="0" y="23812"/>
                </a:cubicBezTo>
                <a:lnTo>
                  <a:pt x="0" y="166688"/>
                </a:lnTo>
                <a:cubicBezTo>
                  <a:pt x="0" y="179822"/>
                  <a:pt x="10678" y="190500"/>
                  <a:pt x="23812" y="190500"/>
                </a:cubicBezTo>
                <a:lnTo>
                  <a:pt x="119063" y="190500"/>
                </a:lnTo>
                <a:cubicBezTo>
                  <a:pt x="132197" y="190500"/>
                  <a:pt x="142875" y="179822"/>
                  <a:pt x="142875" y="166688"/>
                </a:cubicBezTo>
                <a:lnTo>
                  <a:pt x="142875" y="23812"/>
                </a:lnTo>
                <a:cubicBezTo>
                  <a:pt x="142875" y="10678"/>
                  <a:pt x="132197" y="0"/>
                  <a:pt x="119063" y="0"/>
                </a:cubicBezTo>
                <a:lnTo>
                  <a:pt x="23812" y="0"/>
                </a:lnTo>
                <a:close/>
                <a:moveTo>
                  <a:pt x="35719" y="23812"/>
                </a:moveTo>
                <a:lnTo>
                  <a:pt x="107156" y="23812"/>
                </a:lnTo>
                <a:cubicBezTo>
                  <a:pt x="113742" y="23812"/>
                  <a:pt x="119063" y="29133"/>
                  <a:pt x="119063" y="35719"/>
                </a:cubicBezTo>
                <a:lnTo>
                  <a:pt x="119063" y="47625"/>
                </a:lnTo>
                <a:cubicBezTo>
                  <a:pt x="119063" y="54211"/>
                  <a:pt x="113742" y="59531"/>
                  <a:pt x="107156" y="59531"/>
                </a:cubicBezTo>
                <a:lnTo>
                  <a:pt x="35719" y="59531"/>
                </a:lnTo>
                <a:cubicBezTo>
                  <a:pt x="29133" y="59531"/>
                  <a:pt x="23812" y="54211"/>
                  <a:pt x="23812" y="47625"/>
                </a:cubicBezTo>
                <a:lnTo>
                  <a:pt x="23812" y="35719"/>
                </a:lnTo>
                <a:cubicBezTo>
                  <a:pt x="23812" y="29133"/>
                  <a:pt x="29133" y="23812"/>
                  <a:pt x="35719" y="23812"/>
                </a:cubicBezTo>
                <a:close/>
                <a:moveTo>
                  <a:pt x="41672" y="86320"/>
                </a:moveTo>
                <a:cubicBezTo>
                  <a:pt x="41672" y="91249"/>
                  <a:pt x="37671" y="95250"/>
                  <a:pt x="32742" y="95250"/>
                </a:cubicBezTo>
                <a:cubicBezTo>
                  <a:pt x="27814" y="95250"/>
                  <a:pt x="23812" y="91249"/>
                  <a:pt x="23812" y="86320"/>
                </a:cubicBezTo>
                <a:cubicBezTo>
                  <a:pt x="23812" y="81392"/>
                  <a:pt x="27814" y="77391"/>
                  <a:pt x="32742" y="77391"/>
                </a:cubicBezTo>
                <a:cubicBezTo>
                  <a:pt x="37671" y="77391"/>
                  <a:pt x="41672" y="81392"/>
                  <a:pt x="41672" y="86320"/>
                </a:cubicBezTo>
                <a:close/>
                <a:moveTo>
                  <a:pt x="71438" y="95250"/>
                </a:moveTo>
                <a:cubicBezTo>
                  <a:pt x="66509" y="95250"/>
                  <a:pt x="62508" y="91249"/>
                  <a:pt x="62508" y="86320"/>
                </a:cubicBezTo>
                <a:cubicBezTo>
                  <a:pt x="62508" y="81392"/>
                  <a:pt x="66509" y="77391"/>
                  <a:pt x="71438" y="77391"/>
                </a:cubicBezTo>
                <a:cubicBezTo>
                  <a:pt x="76366" y="77391"/>
                  <a:pt x="80367" y="81392"/>
                  <a:pt x="80367" y="86320"/>
                </a:cubicBezTo>
                <a:cubicBezTo>
                  <a:pt x="80367" y="91249"/>
                  <a:pt x="76366" y="95250"/>
                  <a:pt x="71438" y="95250"/>
                </a:cubicBezTo>
                <a:close/>
                <a:moveTo>
                  <a:pt x="119063" y="86320"/>
                </a:moveTo>
                <a:cubicBezTo>
                  <a:pt x="119063" y="91249"/>
                  <a:pt x="115061" y="95250"/>
                  <a:pt x="110133" y="95250"/>
                </a:cubicBezTo>
                <a:cubicBezTo>
                  <a:pt x="105204" y="95250"/>
                  <a:pt x="101203" y="91249"/>
                  <a:pt x="101203" y="86320"/>
                </a:cubicBezTo>
                <a:cubicBezTo>
                  <a:pt x="101203" y="81392"/>
                  <a:pt x="105204" y="77391"/>
                  <a:pt x="110133" y="77391"/>
                </a:cubicBezTo>
                <a:cubicBezTo>
                  <a:pt x="115061" y="77391"/>
                  <a:pt x="119063" y="81392"/>
                  <a:pt x="119063" y="86320"/>
                </a:cubicBezTo>
                <a:close/>
                <a:moveTo>
                  <a:pt x="32742" y="130969"/>
                </a:moveTo>
                <a:cubicBezTo>
                  <a:pt x="27814" y="130969"/>
                  <a:pt x="23812" y="126967"/>
                  <a:pt x="23812" y="122039"/>
                </a:cubicBezTo>
                <a:cubicBezTo>
                  <a:pt x="23812" y="117111"/>
                  <a:pt x="27814" y="113109"/>
                  <a:pt x="32742" y="113109"/>
                </a:cubicBezTo>
                <a:cubicBezTo>
                  <a:pt x="37671" y="113109"/>
                  <a:pt x="41672" y="117111"/>
                  <a:pt x="41672" y="122039"/>
                </a:cubicBezTo>
                <a:cubicBezTo>
                  <a:pt x="41672" y="126967"/>
                  <a:pt x="37671" y="130969"/>
                  <a:pt x="32742" y="130969"/>
                </a:cubicBezTo>
                <a:close/>
                <a:moveTo>
                  <a:pt x="80367" y="122039"/>
                </a:moveTo>
                <a:cubicBezTo>
                  <a:pt x="80367" y="126967"/>
                  <a:pt x="76366" y="130969"/>
                  <a:pt x="71438" y="130969"/>
                </a:cubicBezTo>
                <a:cubicBezTo>
                  <a:pt x="66509" y="130969"/>
                  <a:pt x="62508" y="126967"/>
                  <a:pt x="62508" y="122039"/>
                </a:cubicBezTo>
                <a:cubicBezTo>
                  <a:pt x="62508" y="117111"/>
                  <a:pt x="66509" y="113109"/>
                  <a:pt x="71438" y="113109"/>
                </a:cubicBezTo>
                <a:cubicBezTo>
                  <a:pt x="76366" y="113109"/>
                  <a:pt x="80367" y="117111"/>
                  <a:pt x="80367" y="122039"/>
                </a:cubicBezTo>
                <a:close/>
                <a:moveTo>
                  <a:pt x="110133" y="130969"/>
                </a:moveTo>
                <a:cubicBezTo>
                  <a:pt x="105204" y="130969"/>
                  <a:pt x="101203" y="126967"/>
                  <a:pt x="101203" y="122039"/>
                </a:cubicBezTo>
                <a:cubicBezTo>
                  <a:pt x="101203" y="117111"/>
                  <a:pt x="105204" y="113109"/>
                  <a:pt x="110133" y="113109"/>
                </a:cubicBezTo>
                <a:cubicBezTo>
                  <a:pt x="115061" y="113109"/>
                  <a:pt x="119063" y="117111"/>
                  <a:pt x="119063" y="122039"/>
                </a:cubicBezTo>
                <a:cubicBezTo>
                  <a:pt x="119063" y="126967"/>
                  <a:pt x="115061" y="130969"/>
                  <a:pt x="110133" y="130969"/>
                </a:cubicBezTo>
                <a:close/>
                <a:moveTo>
                  <a:pt x="23812" y="157758"/>
                </a:moveTo>
                <a:cubicBezTo>
                  <a:pt x="23812" y="152809"/>
                  <a:pt x="27794" y="148828"/>
                  <a:pt x="32742" y="148828"/>
                </a:cubicBezTo>
                <a:lnTo>
                  <a:pt x="74414" y="148828"/>
                </a:lnTo>
                <a:cubicBezTo>
                  <a:pt x="79363" y="148828"/>
                  <a:pt x="83344" y="152809"/>
                  <a:pt x="83344" y="157758"/>
                </a:cubicBezTo>
                <a:cubicBezTo>
                  <a:pt x="83344" y="162706"/>
                  <a:pt x="79363" y="166688"/>
                  <a:pt x="74414" y="166688"/>
                </a:cubicBezTo>
                <a:lnTo>
                  <a:pt x="32742" y="166688"/>
                </a:lnTo>
                <a:cubicBezTo>
                  <a:pt x="27794" y="166688"/>
                  <a:pt x="23812" y="162706"/>
                  <a:pt x="23812" y="157758"/>
                </a:cubicBezTo>
                <a:close/>
                <a:moveTo>
                  <a:pt x="110133" y="148828"/>
                </a:moveTo>
                <a:cubicBezTo>
                  <a:pt x="115081" y="148828"/>
                  <a:pt x="119063" y="152809"/>
                  <a:pt x="119063" y="157758"/>
                </a:cubicBezTo>
                <a:cubicBezTo>
                  <a:pt x="119063" y="162706"/>
                  <a:pt x="115081" y="166688"/>
                  <a:pt x="110133" y="166688"/>
                </a:cubicBezTo>
                <a:cubicBezTo>
                  <a:pt x="105184" y="166688"/>
                  <a:pt x="101203" y="162706"/>
                  <a:pt x="101203" y="157758"/>
                </a:cubicBezTo>
                <a:cubicBezTo>
                  <a:pt x="101203" y="152809"/>
                  <a:pt x="105184" y="148828"/>
                  <a:pt x="110133" y="14882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1181100" y="3581400"/>
            <a:ext cx="24479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Manual Tracking Limits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8650" y="41148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876300" y="4076700"/>
            <a:ext cx="2124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Records easily lost or damaged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28650" y="44196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876300" y="4381500"/>
            <a:ext cx="2276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automatic calculation of totals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8650" y="4724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876300" y="4686300"/>
            <a:ext cx="2066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analysis of spending habits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28650" y="50292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876300" y="4991100"/>
            <a:ext cx="2457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Difficult to maintain monthly reports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210300" y="1333500"/>
            <a:ext cx="5600700" cy="1447800"/>
          </a:xfrm>
          <a:custGeom>
            <a:avLst/>
            <a:gdLst/>
            <a:ahLst/>
            <a:cxnLst/>
            <a:rect l="l" t="t" r="r" b="b"/>
            <a:pathLst>
              <a:path w="5600700" h="1447800">
                <a:moveTo>
                  <a:pt x="38100" y="0"/>
                </a:moveTo>
                <a:lnTo>
                  <a:pt x="5448305" y="0"/>
                </a:lnTo>
                <a:cubicBezTo>
                  <a:pt x="5532414" y="0"/>
                  <a:pt x="5600700" y="68286"/>
                  <a:pt x="5600700" y="152395"/>
                </a:cubicBezTo>
                <a:lnTo>
                  <a:pt x="5600700" y="1295405"/>
                </a:lnTo>
                <a:cubicBezTo>
                  <a:pt x="5600700" y="1379514"/>
                  <a:pt x="5532414" y="1447800"/>
                  <a:pt x="5448305" y="1447800"/>
                </a:cubicBezTo>
                <a:lnTo>
                  <a:pt x="38100" y="1447800"/>
                </a:lnTo>
                <a:cubicBezTo>
                  <a:pt x="17072" y="1447800"/>
                  <a:pt x="0" y="1430728"/>
                  <a:pt x="0" y="1409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rotWithShape="1" flip="none">
            <a:gsLst>
              <a:gs pos="0">
                <a:srgbClr val="DBEAFE"/>
              </a:gs>
              <a:gs pos="100000">
                <a:srgbClr val="BFDBFE"/>
              </a:gs>
            </a:gsLst>
            <a:lin ang="2700000" scaled="1"/>
          </a:gradFill>
          <a:ln/>
        </p:spPr>
      </p:sp>
      <p:sp>
        <p:nvSpPr>
          <p:cNvPr id="28" name="Shape 26"/>
          <p:cNvSpPr/>
          <p:nvPr/>
        </p:nvSpPr>
        <p:spPr>
          <a:xfrm>
            <a:off x="6210300" y="1333500"/>
            <a:ext cx="38100" cy="1447800"/>
          </a:xfrm>
          <a:custGeom>
            <a:avLst/>
            <a:gdLst/>
            <a:ahLst/>
            <a:cxnLst/>
            <a:rect l="l" t="t" r="r" b="b"/>
            <a:pathLst>
              <a:path w="38100" h="1447800">
                <a:moveTo>
                  <a:pt x="38100" y="0"/>
                </a:moveTo>
                <a:lnTo>
                  <a:pt x="38100" y="0"/>
                </a:lnTo>
                <a:lnTo>
                  <a:pt x="38100" y="1447800"/>
                </a:lnTo>
                <a:lnTo>
                  <a:pt x="38100" y="1447800"/>
                </a:lnTo>
                <a:cubicBezTo>
                  <a:pt x="17072" y="1447800"/>
                  <a:pt x="0" y="1430728"/>
                  <a:pt x="0" y="1409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29" name="Shape 27"/>
          <p:cNvSpPr/>
          <p:nvPr/>
        </p:nvSpPr>
        <p:spPr>
          <a:xfrm>
            <a:off x="6419850" y="1524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30" name="Shape 28"/>
          <p:cNvSpPr/>
          <p:nvPr/>
        </p:nvSpPr>
        <p:spPr>
          <a:xfrm>
            <a:off x="6553200" y="16573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142875"/>
                </a:lnTo>
                <a:cubicBezTo>
                  <a:pt x="0" y="156009"/>
                  <a:pt x="10678" y="166688"/>
                  <a:pt x="23812" y="166688"/>
                </a:cubicBezTo>
                <a:lnTo>
                  <a:pt x="166688" y="166688"/>
                </a:lnTo>
                <a:cubicBezTo>
                  <a:pt x="179822" y="166688"/>
                  <a:pt x="190500" y="156009"/>
                  <a:pt x="190500" y="142875"/>
                </a:cubicBezTo>
                <a:lnTo>
                  <a:pt x="190500" y="71438"/>
                </a:lnTo>
                <a:cubicBezTo>
                  <a:pt x="190500" y="58303"/>
                  <a:pt x="179822" y="47625"/>
                  <a:pt x="166688" y="47625"/>
                </a:cubicBezTo>
                <a:lnTo>
                  <a:pt x="26789" y="47625"/>
                </a:lnTo>
                <a:cubicBezTo>
                  <a:pt x="21841" y="47625"/>
                  <a:pt x="17859" y="43644"/>
                  <a:pt x="17859" y="38695"/>
                </a:cubicBezTo>
                <a:cubicBezTo>
                  <a:pt x="17859" y="33747"/>
                  <a:pt x="21841" y="29766"/>
                  <a:pt x="26789" y="29766"/>
                </a:cubicBezTo>
                <a:lnTo>
                  <a:pt x="169664" y="29766"/>
                </a:lnTo>
                <a:cubicBezTo>
                  <a:pt x="174613" y="29766"/>
                  <a:pt x="178594" y="25784"/>
                  <a:pt x="178594" y="20836"/>
                </a:cubicBezTo>
                <a:cubicBezTo>
                  <a:pt x="178594" y="15887"/>
                  <a:pt x="174613" y="11906"/>
                  <a:pt x="169664" y="11906"/>
                </a:cubicBezTo>
                <a:lnTo>
                  <a:pt x="23812" y="11906"/>
                </a:lnTo>
                <a:close/>
                <a:moveTo>
                  <a:pt x="154781" y="95250"/>
                </a:moveTo>
                <a:cubicBezTo>
                  <a:pt x="161352" y="95250"/>
                  <a:pt x="166688" y="100585"/>
                  <a:pt x="166688" y="107156"/>
                </a:cubicBezTo>
                <a:cubicBezTo>
                  <a:pt x="166688" y="113727"/>
                  <a:pt x="161352" y="119063"/>
                  <a:pt x="154781" y="119063"/>
                </a:cubicBezTo>
                <a:cubicBezTo>
                  <a:pt x="148210" y="119063"/>
                  <a:pt x="142875" y="113727"/>
                  <a:pt x="142875" y="107156"/>
                </a:cubicBezTo>
                <a:cubicBezTo>
                  <a:pt x="142875" y="100585"/>
                  <a:pt x="148210" y="95250"/>
                  <a:pt x="154781" y="9525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6991350" y="1600200"/>
            <a:ext cx="27146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Poor Money Management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419850" y="2095500"/>
            <a:ext cx="52768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Without tracking, users cannot calculate monthly expenses, identify unnecessary spending, or manage savings effectively.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210300" y="2933700"/>
            <a:ext cx="5600700" cy="1447800"/>
          </a:xfrm>
          <a:custGeom>
            <a:avLst/>
            <a:gdLst/>
            <a:ahLst/>
            <a:cxnLst/>
            <a:rect l="l" t="t" r="r" b="b"/>
            <a:pathLst>
              <a:path w="5600700" h="1447800">
                <a:moveTo>
                  <a:pt x="38100" y="0"/>
                </a:moveTo>
                <a:lnTo>
                  <a:pt x="5448305" y="0"/>
                </a:lnTo>
                <a:cubicBezTo>
                  <a:pt x="5532414" y="0"/>
                  <a:pt x="5600700" y="68286"/>
                  <a:pt x="5600700" y="152395"/>
                </a:cubicBezTo>
                <a:lnTo>
                  <a:pt x="5600700" y="1295405"/>
                </a:lnTo>
                <a:cubicBezTo>
                  <a:pt x="5600700" y="1379514"/>
                  <a:pt x="5532414" y="1447800"/>
                  <a:pt x="5448305" y="1447800"/>
                </a:cubicBezTo>
                <a:lnTo>
                  <a:pt x="38100" y="1447800"/>
                </a:lnTo>
                <a:cubicBezTo>
                  <a:pt x="17072" y="1447800"/>
                  <a:pt x="0" y="1430728"/>
                  <a:pt x="0" y="1409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rotWithShape="1" flip="none">
            <a:gsLst>
              <a:gs pos="0">
                <a:srgbClr val="D1FAE5"/>
              </a:gs>
              <a:gs pos="100000">
                <a:srgbClr val="A7F3D0"/>
              </a:gs>
            </a:gsLst>
            <a:lin ang="2700000" scaled="1"/>
          </a:gradFill>
          <a:ln/>
        </p:spPr>
      </p:sp>
      <p:sp>
        <p:nvSpPr>
          <p:cNvPr id="34" name="Shape 32"/>
          <p:cNvSpPr/>
          <p:nvPr/>
        </p:nvSpPr>
        <p:spPr>
          <a:xfrm>
            <a:off x="6210300" y="2933700"/>
            <a:ext cx="38100" cy="1447800"/>
          </a:xfrm>
          <a:custGeom>
            <a:avLst/>
            <a:gdLst/>
            <a:ahLst/>
            <a:cxnLst/>
            <a:rect l="l" t="t" r="r" b="b"/>
            <a:pathLst>
              <a:path w="38100" h="1447800">
                <a:moveTo>
                  <a:pt x="38100" y="0"/>
                </a:moveTo>
                <a:lnTo>
                  <a:pt x="38100" y="0"/>
                </a:lnTo>
                <a:lnTo>
                  <a:pt x="38100" y="1447800"/>
                </a:lnTo>
                <a:lnTo>
                  <a:pt x="38100" y="1447800"/>
                </a:lnTo>
                <a:cubicBezTo>
                  <a:pt x="17072" y="1447800"/>
                  <a:pt x="0" y="1430728"/>
                  <a:pt x="0" y="1409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5" name="Shape 33"/>
          <p:cNvSpPr/>
          <p:nvPr/>
        </p:nvSpPr>
        <p:spPr>
          <a:xfrm>
            <a:off x="6419850" y="31242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6" name="Shape 34"/>
          <p:cNvSpPr/>
          <p:nvPr/>
        </p:nvSpPr>
        <p:spPr>
          <a:xfrm>
            <a:off x="6553200" y="32575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3344" y="0"/>
                </a:moveTo>
                <a:cubicBezTo>
                  <a:pt x="96478" y="0"/>
                  <a:pt x="107156" y="8000"/>
                  <a:pt x="107156" y="17859"/>
                </a:cubicBezTo>
                <a:cubicBezTo>
                  <a:pt x="107156" y="21729"/>
                  <a:pt x="105519" y="25301"/>
                  <a:pt x="102691" y="28240"/>
                </a:cubicBezTo>
                <a:cubicBezTo>
                  <a:pt x="100236" y="30807"/>
                  <a:pt x="98227" y="33933"/>
                  <a:pt x="98227" y="37505"/>
                </a:cubicBezTo>
                <a:cubicBezTo>
                  <a:pt x="98227" y="43086"/>
                  <a:pt x="102766" y="47625"/>
                  <a:pt x="108347" y="47625"/>
                </a:cubicBezTo>
                <a:lnTo>
                  <a:pt x="125016" y="47625"/>
                </a:lnTo>
                <a:cubicBezTo>
                  <a:pt x="134875" y="47625"/>
                  <a:pt x="142875" y="55625"/>
                  <a:pt x="142875" y="65484"/>
                </a:cubicBezTo>
                <a:lnTo>
                  <a:pt x="142875" y="82153"/>
                </a:lnTo>
                <a:cubicBezTo>
                  <a:pt x="142875" y="87734"/>
                  <a:pt x="147414" y="92273"/>
                  <a:pt x="152995" y="92273"/>
                </a:cubicBezTo>
                <a:cubicBezTo>
                  <a:pt x="156530" y="92273"/>
                  <a:pt x="159693" y="90264"/>
                  <a:pt x="162260" y="87809"/>
                </a:cubicBezTo>
                <a:cubicBezTo>
                  <a:pt x="165199" y="85018"/>
                  <a:pt x="168771" y="83344"/>
                  <a:pt x="172641" y="83344"/>
                </a:cubicBezTo>
                <a:cubicBezTo>
                  <a:pt x="182500" y="83344"/>
                  <a:pt x="190500" y="94022"/>
                  <a:pt x="190500" y="107156"/>
                </a:cubicBezTo>
                <a:cubicBezTo>
                  <a:pt x="190500" y="120290"/>
                  <a:pt x="182500" y="130969"/>
                  <a:pt x="172641" y="130969"/>
                </a:cubicBezTo>
                <a:cubicBezTo>
                  <a:pt x="168771" y="130969"/>
                  <a:pt x="165162" y="129332"/>
                  <a:pt x="162260" y="126504"/>
                </a:cubicBezTo>
                <a:cubicBezTo>
                  <a:pt x="159693" y="124048"/>
                  <a:pt x="156567" y="122039"/>
                  <a:pt x="152995" y="122039"/>
                </a:cubicBezTo>
                <a:cubicBezTo>
                  <a:pt x="147414" y="122039"/>
                  <a:pt x="142875" y="126578"/>
                  <a:pt x="142875" y="132159"/>
                </a:cubicBezTo>
                <a:lnTo>
                  <a:pt x="142875" y="172641"/>
                </a:lnTo>
                <a:cubicBezTo>
                  <a:pt x="142875" y="182500"/>
                  <a:pt x="134875" y="190500"/>
                  <a:pt x="125016" y="190500"/>
                </a:cubicBezTo>
                <a:lnTo>
                  <a:pt x="103882" y="190500"/>
                </a:lnTo>
                <a:cubicBezTo>
                  <a:pt x="99120" y="190500"/>
                  <a:pt x="95250" y="186630"/>
                  <a:pt x="95250" y="181868"/>
                </a:cubicBezTo>
                <a:cubicBezTo>
                  <a:pt x="95250" y="178445"/>
                  <a:pt x="97408" y="175431"/>
                  <a:pt x="100161" y="173385"/>
                </a:cubicBezTo>
                <a:cubicBezTo>
                  <a:pt x="104477" y="170148"/>
                  <a:pt x="107156" y="165683"/>
                  <a:pt x="107156" y="160734"/>
                </a:cubicBezTo>
                <a:cubicBezTo>
                  <a:pt x="107156" y="150875"/>
                  <a:pt x="96478" y="142875"/>
                  <a:pt x="83344" y="142875"/>
                </a:cubicBezTo>
                <a:cubicBezTo>
                  <a:pt x="70210" y="142875"/>
                  <a:pt x="59531" y="150875"/>
                  <a:pt x="59531" y="160734"/>
                </a:cubicBezTo>
                <a:cubicBezTo>
                  <a:pt x="59531" y="165683"/>
                  <a:pt x="62210" y="170148"/>
                  <a:pt x="66526" y="173385"/>
                </a:cubicBezTo>
                <a:cubicBezTo>
                  <a:pt x="69279" y="175431"/>
                  <a:pt x="71438" y="178408"/>
                  <a:pt x="71438" y="181868"/>
                </a:cubicBezTo>
                <a:cubicBezTo>
                  <a:pt x="71438" y="186630"/>
                  <a:pt x="67568" y="190500"/>
                  <a:pt x="62805" y="190500"/>
                </a:cubicBezTo>
                <a:lnTo>
                  <a:pt x="17859" y="190500"/>
                </a:lnTo>
                <a:cubicBezTo>
                  <a:pt x="8000" y="190500"/>
                  <a:pt x="0" y="182500"/>
                  <a:pt x="0" y="172641"/>
                </a:cubicBezTo>
                <a:lnTo>
                  <a:pt x="0" y="127695"/>
                </a:lnTo>
                <a:cubicBezTo>
                  <a:pt x="0" y="122932"/>
                  <a:pt x="3870" y="119063"/>
                  <a:pt x="8632" y="119063"/>
                </a:cubicBezTo>
                <a:cubicBezTo>
                  <a:pt x="12055" y="119063"/>
                  <a:pt x="15069" y="121221"/>
                  <a:pt x="17115" y="123974"/>
                </a:cubicBezTo>
                <a:cubicBezTo>
                  <a:pt x="20352" y="128290"/>
                  <a:pt x="24817" y="130969"/>
                  <a:pt x="29766" y="130969"/>
                </a:cubicBezTo>
                <a:cubicBezTo>
                  <a:pt x="39625" y="130969"/>
                  <a:pt x="47625" y="120290"/>
                  <a:pt x="47625" y="107156"/>
                </a:cubicBezTo>
                <a:cubicBezTo>
                  <a:pt x="47625" y="94022"/>
                  <a:pt x="39625" y="83344"/>
                  <a:pt x="29766" y="83344"/>
                </a:cubicBezTo>
                <a:cubicBezTo>
                  <a:pt x="24817" y="83344"/>
                  <a:pt x="20352" y="86023"/>
                  <a:pt x="17115" y="90339"/>
                </a:cubicBezTo>
                <a:cubicBezTo>
                  <a:pt x="15069" y="93092"/>
                  <a:pt x="12092" y="95250"/>
                  <a:pt x="8632" y="95250"/>
                </a:cubicBezTo>
                <a:cubicBezTo>
                  <a:pt x="3870" y="95250"/>
                  <a:pt x="0" y="91380"/>
                  <a:pt x="0" y="86618"/>
                </a:cubicBezTo>
                <a:lnTo>
                  <a:pt x="0" y="65484"/>
                </a:lnTo>
                <a:cubicBezTo>
                  <a:pt x="0" y="55625"/>
                  <a:pt x="8000" y="47625"/>
                  <a:pt x="17859" y="47625"/>
                </a:cubicBezTo>
                <a:lnTo>
                  <a:pt x="58341" y="47625"/>
                </a:lnTo>
                <a:cubicBezTo>
                  <a:pt x="63922" y="47625"/>
                  <a:pt x="68461" y="43086"/>
                  <a:pt x="68461" y="37505"/>
                </a:cubicBezTo>
                <a:cubicBezTo>
                  <a:pt x="68461" y="33970"/>
                  <a:pt x="66452" y="30807"/>
                  <a:pt x="63996" y="28240"/>
                </a:cubicBezTo>
                <a:cubicBezTo>
                  <a:pt x="61206" y="25301"/>
                  <a:pt x="59531" y="21729"/>
                  <a:pt x="59531" y="17859"/>
                </a:cubicBezTo>
                <a:cubicBezTo>
                  <a:pt x="59531" y="8000"/>
                  <a:pt x="70210" y="0"/>
                  <a:pt x="83344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6991350" y="3200400"/>
            <a:ext cx="2000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Complex Solutions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419850" y="3695700"/>
            <a:ext cx="52768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Existing financial software is often complex and designed for businesses, not individuals who need simple, user-friendly solutions.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191250" y="4533900"/>
            <a:ext cx="5619750" cy="1447800"/>
          </a:xfrm>
          <a:custGeom>
            <a:avLst/>
            <a:gdLst/>
            <a:ahLst/>
            <a:cxnLst/>
            <a:rect l="l" t="t" r="r" b="b"/>
            <a:pathLst>
              <a:path w="5619750" h="1447800">
                <a:moveTo>
                  <a:pt x="152395" y="0"/>
                </a:moveTo>
                <a:lnTo>
                  <a:pt x="5467355" y="0"/>
                </a:lnTo>
                <a:cubicBezTo>
                  <a:pt x="5551464" y="0"/>
                  <a:pt x="5619750" y="68286"/>
                  <a:pt x="5619750" y="152395"/>
                </a:cubicBezTo>
                <a:lnTo>
                  <a:pt x="5619750" y="1295405"/>
                </a:lnTo>
                <a:cubicBezTo>
                  <a:pt x="5619750" y="1379514"/>
                  <a:pt x="5551464" y="1447800"/>
                  <a:pt x="5467355" y="1447800"/>
                </a:cubicBezTo>
                <a:lnTo>
                  <a:pt x="152395" y="1447800"/>
                </a:lnTo>
                <a:cubicBezTo>
                  <a:pt x="68286" y="1447800"/>
                  <a:pt x="0" y="1379514"/>
                  <a:pt x="0" y="1295405"/>
                </a:cubicBezTo>
                <a:lnTo>
                  <a:pt x="0" y="152395"/>
                </a:lnTo>
                <a:cubicBezTo>
                  <a:pt x="0" y="68286"/>
                  <a:pt x="68286" y="0"/>
                  <a:pt x="152395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40" name="Shape 38"/>
          <p:cNvSpPr/>
          <p:nvPr/>
        </p:nvSpPr>
        <p:spPr>
          <a:xfrm>
            <a:off x="6381750" y="47244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41" name="Shape 39"/>
          <p:cNvSpPr/>
          <p:nvPr/>
        </p:nvSpPr>
        <p:spPr>
          <a:xfrm>
            <a:off x="6515100" y="48577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00719" y="0"/>
                  <a:pt x="105742" y="3014"/>
                  <a:pt x="108347" y="7813"/>
                </a:cubicBezTo>
                <a:lnTo>
                  <a:pt x="188714" y="156642"/>
                </a:lnTo>
                <a:cubicBezTo>
                  <a:pt x="191207" y="161255"/>
                  <a:pt x="191095" y="166836"/>
                  <a:pt x="188416" y="171338"/>
                </a:cubicBezTo>
                <a:cubicBezTo>
                  <a:pt x="185737" y="175840"/>
                  <a:pt x="180863" y="178594"/>
                  <a:pt x="175617" y="178594"/>
                </a:cubicBezTo>
                <a:lnTo>
                  <a:pt x="14883" y="178594"/>
                </a:lnTo>
                <a:cubicBezTo>
                  <a:pt x="9637" y="178594"/>
                  <a:pt x="4800" y="175840"/>
                  <a:pt x="2084" y="171338"/>
                </a:cubicBezTo>
                <a:cubicBezTo>
                  <a:pt x="-633" y="166836"/>
                  <a:pt x="-707" y="161255"/>
                  <a:pt x="1786" y="156642"/>
                </a:cubicBezTo>
                <a:lnTo>
                  <a:pt x="82153" y="7813"/>
                </a:lnTo>
                <a:cubicBezTo>
                  <a:pt x="84758" y="3014"/>
                  <a:pt x="89781" y="0"/>
                  <a:pt x="95250" y="0"/>
                </a:cubicBezTo>
                <a:close/>
                <a:moveTo>
                  <a:pt x="95250" y="62508"/>
                </a:moveTo>
                <a:cubicBezTo>
                  <a:pt x="90301" y="62508"/>
                  <a:pt x="86320" y="66489"/>
                  <a:pt x="86320" y="71438"/>
                </a:cubicBezTo>
                <a:lnTo>
                  <a:pt x="86320" y="113109"/>
                </a:lnTo>
                <a:cubicBezTo>
                  <a:pt x="86320" y="118058"/>
                  <a:pt x="90301" y="122039"/>
                  <a:pt x="95250" y="122039"/>
                </a:cubicBezTo>
                <a:cubicBezTo>
                  <a:pt x="100199" y="122039"/>
                  <a:pt x="104180" y="118058"/>
                  <a:pt x="104180" y="113109"/>
                </a:cubicBezTo>
                <a:lnTo>
                  <a:pt x="104180" y="71438"/>
                </a:lnTo>
                <a:cubicBezTo>
                  <a:pt x="104180" y="66489"/>
                  <a:pt x="100199" y="62508"/>
                  <a:pt x="95250" y="62508"/>
                </a:cubicBezTo>
                <a:close/>
                <a:moveTo>
                  <a:pt x="105184" y="142875"/>
                </a:moveTo>
                <a:cubicBezTo>
                  <a:pt x="105410" y="139188"/>
                  <a:pt x="103571" y="135679"/>
                  <a:pt x="100410" y="133767"/>
                </a:cubicBezTo>
                <a:cubicBezTo>
                  <a:pt x="97249" y="131855"/>
                  <a:pt x="93288" y="131855"/>
                  <a:pt x="90127" y="133767"/>
                </a:cubicBezTo>
                <a:cubicBezTo>
                  <a:pt x="86966" y="135679"/>
                  <a:pt x="85127" y="139188"/>
                  <a:pt x="85353" y="142875"/>
                </a:cubicBezTo>
                <a:cubicBezTo>
                  <a:pt x="85127" y="146562"/>
                  <a:pt x="86966" y="150071"/>
                  <a:pt x="90127" y="151983"/>
                </a:cubicBezTo>
                <a:cubicBezTo>
                  <a:pt x="93288" y="153895"/>
                  <a:pt x="97249" y="153895"/>
                  <a:pt x="100410" y="151983"/>
                </a:cubicBezTo>
                <a:cubicBezTo>
                  <a:pt x="103571" y="150071"/>
                  <a:pt x="105410" y="146562"/>
                  <a:pt x="105184" y="14287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6953250" y="4819650"/>
            <a:ext cx="981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Result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381750" y="5295900"/>
            <a:ext cx="53149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Users are unable to identify where their money is being spent and cannot control unnecessary expenses.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9813" y="379813"/>
            <a:ext cx="11498841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b="1" spc="105" kern="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 Definition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9813" y="645682"/>
            <a:ext cx="11660262" cy="455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589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Objectives &amp; Scope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79813" y="1310355"/>
            <a:ext cx="6798654" cy="1063477"/>
          </a:xfrm>
          <a:custGeom>
            <a:avLst/>
            <a:gdLst/>
            <a:ahLst/>
            <a:cxnLst/>
            <a:rect l="l" t="t" r="r" b="b"/>
            <a:pathLst>
              <a:path w="6798654" h="1063477">
                <a:moveTo>
                  <a:pt x="37981" y="0"/>
                </a:moveTo>
                <a:lnTo>
                  <a:pt x="6760673" y="0"/>
                </a:lnTo>
                <a:cubicBezTo>
                  <a:pt x="6781649" y="0"/>
                  <a:pt x="6798654" y="17005"/>
                  <a:pt x="6798654" y="37981"/>
                </a:cubicBezTo>
                <a:lnTo>
                  <a:pt x="6798654" y="949536"/>
                </a:lnTo>
                <a:cubicBezTo>
                  <a:pt x="6798654" y="1012464"/>
                  <a:pt x="6747641" y="1063477"/>
                  <a:pt x="6684713" y="1063477"/>
                </a:cubicBezTo>
                <a:lnTo>
                  <a:pt x="113941" y="1063477"/>
                </a:lnTo>
                <a:cubicBezTo>
                  <a:pt x="51013" y="1063477"/>
                  <a:pt x="0" y="1012464"/>
                  <a:pt x="0" y="949536"/>
                </a:cubicBezTo>
                <a:lnTo>
                  <a:pt x="0" y="37981"/>
                </a:lnTo>
                <a:cubicBezTo>
                  <a:pt x="0" y="17005"/>
                  <a:pt x="17005" y="0"/>
                  <a:pt x="3798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430" dist="94953" dir="540000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79813" y="1310355"/>
            <a:ext cx="6798654" cy="37981"/>
          </a:xfrm>
          <a:custGeom>
            <a:avLst/>
            <a:gdLst/>
            <a:ahLst/>
            <a:cxnLst/>
            <a:rect l="l" t="t" r="r" b="b"/>
            <a:pathLst>
              <a:path w="6798654" h="37981">
                <a:moveTo>
                  <a:pt x="37981" y="0"/>
                </a:moveTo>
                <a:lnTo>
                  <a:pt x="6760673" y="0"/>
                </a:lnTo>
                <a:cubicBezTo>
                  <a:pt x="6781649" y="0"/>
                  <a:pt x="6798654" y="17005"/>
                  <a:pt x="6798654" y="37981"/>
                </a:cubicBezTo>
                <a:lnTo>
                  <a:pt x="6798654" y="37981"/>
                </a:lnTo>
                <a:lnTo>
                  <a:pt x="0" y="37981"/>
                </a:lnTo>
                <a:lnTo>
                  <a:pt x="0" y="37981"/>
                </a:lnTo>
                <a:cubicBezTo>
                  <a:pt x="0" y="17019"/>
                  <a:pt x="17019" y="0"/>
                  <a:pt x="37981" y="0"/>
                </a:cubicBez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6" name="Shape 4"/>
          <p:cNvSpPr/>
          <p:nvPr/>
        </p:nvSpPr>
        <p:spPr>
          <a:xfrm>
            <a:off x="531738" y="1481271"/>
            <a:ext cx="379813" cy="379813"/>
          </a:xfrm>
          <a:custGeom>
            <a:avLst/>
            <a:gdLst/>
            <a:ahLst/>
            <a:cxnLst/>
            <a:rect l="l" t="t" r="r" b="b"/>
            <a:pathLst>
              <a:path w="379813" h="379813">
                <a:moveTo>
                  <a:pt x="75963" y="0"/>
                </a:moveTo>
                <a:lnTo>
                  <a:pt x="303850" y="0"/>
                </a:lnTo>
                <a:cubicBezTo>
                  <a:pt x="345775" y="0"/>
                  <a:pt x="379813" y="34038"/>
                  <a:pt x="379813" y="75963"/>
                </a:cubicBezTo>
                <a:lnTo>
                  <a:pt x="379813" y="303850"/>
                </a:lnTo>
                <a:cubicBezTo>
                  <a:pt x="379813" y="345775"/>
                  <a:pt x="345775" y="379813"/>
                  <a:pt x="303850" y="379813"/>
                </a:cubicBezTo>
                <a:lnTo>
                  <a:pt x="75963" y="379813"/>
                </a:lnTo>
                <a:cubicBezTo>
                  <a:pt x="34038" y="379813"/>
                  <a:pt x="0" y="345775"/>
                  <a:pt x="0" y="303850"/>
                </a:cubicBezTo>
                <a:lnTo>
                  <a:pt x="0" y="75963"/>
                </a:lnTo>
                <a:cubicBezTo>
                  <a:pt x="0" y="34038"/>
                  <a:pt x="34038" y="0"/>
                  <a:pt x="75963" y="0"/>
                </a:cubicBez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484262" y="1481271"/>
            <a:ext cx="474766" cy="379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9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25495" y="1538243"/>
            <a:ext cx="1994019" cy="265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5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Record Daily Expenses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31738" y="1975028"/>
            <a:ext cx="6570766" cy="246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6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Enable users to easily log their daily transactions with details like amount, date, and category.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79813" y="2506766"/>
            <a:ext cx="6798654" cy="1063477"/>
          </a:xfrm>
          <a:custGeom>
            <a:avLst/>
            <a:gdLst/>
            <a:ahLst/>
            <a:cxnLst/>
            <a:rect l="l" t="t" r="r" b="b"/>
            <a:pathLst>
              <a:path w="6798654" h="1063477">
                <a:moveTo>
                  <a:pt x="37981" y="0"/>
                </a:moveTo>
                <a:lnTo>
                  <a:pt x="6760673" y="0"/>
                </a:lnTo>
                <a:cubicBezTo>
                  <a:pt x="6781649" y="0"/>
                  <a:pt x="6798654" y="17005"/>
                  <a:pt x="6798654" y="37981"/>
                </a:cubicBezTo>
                <a:lnTo>
                  <a:pt x="6798654" y="949536"/>
                </a:lnTo>
                <a:cubicBezTo>
                  <a:pt x="6798654" y="1012464"/>
                  <a:pt x="6747641" y="1063477"/>
                  <a:pt x="6684713" y="1063477"/>
                </a:cubicBezTo>
                <a:lnTo>
                  <a:pt x="113941" y="1063477"/>
                </a:lnTo>
                <a:cubicBezTo>
                  <a:pt x="51013" y="1063477"/>
                  <a:pt x="0" y="1012464"/>
                  <a:pt x="0" y="949536"/>
                </a:cubicBezTo>
                <a:lnTo>
                  <a:pt x="0" y="37981"/>
                </a:lnTo>
                <a:cubicBezTo>
                  <a:pt x="0" y="17005"/>
                  <a:pt x="17005" y="0"/>
                  <a:pt x="3798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430" dist="94953" dir="5400000">
              <a:srgbClr val="000000">
                <a:alpha val="10196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79813" y="2506766"/>
            <a:ext cx="6798654" cy="37981"/>
          </a:xfrm>
          <a:custGeom>
            <a:avLst/>
            <a:gdLst/>
            <a:ahLst/>
            <a:cxnLst/>
            <a:rect l="l" t="t" r="r" b="b"/>
            <a:pathLst>
              <a:path w="6798654" h="37981">
                <a:moveTo>
                  <a:pt x="37981" y="0"/>
                </a:moveTo>
                <a:lnTo>
                  <a:pt x="6760673" y="0"/>
                </a:lnTo>
                <a:cubicBezTo>
                  <a:pt x="6781649" y="0"/>
                  <a:pt x="6798654" y="17005"/>
                  <a:pt x="6798654" y="37981"/>
                </a:cubicBezTo>
                <a:lnTo>
                  <a:pt x="6798654" y="37981"/>
                </a:lnTo>
                <a:lnTo>
                  <a:pt x="0" y="37981"/>
                </a:lnTo>
                <a:lnTo>
                  <a:pt x="0" y="37981"/>
                </a:lnTo>
                <a:cubicBezTo>
                  <a:pt x="0" y="17019"/>
                  <a:pt x="17019" y="0"/>
                  <a:pt x="37981" y="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2" name="Shape 10"/>
          <p:cNvSpPr/>
          <p:nvPr/>
        </p:nvSpPr>
        <p:spPr>
          <a:xfrm>
            <a:off x="531738" y="2677682"/>
            <a:ext cx="379813" cy="379813"/>
          </a:xfrm>
          <a:custGeom>
            <a:avLst/>
            <a:gdLst/>
            <a:ahLst/>
            <a:cxnLst/>
            <a:rect l="l" t="t" r="r" b="b"/>
            <a:pathLst>
              <a:path w="379813" h="379813">
                <a:moveTo>
                  <a:pt x="75963" y="0"/>
                </a:moveTo>
                <a:lnTo>
                  <a:pt x="303850" y="0"/>
                </a:lnTo>
                <a:cubicBezTo>
                  <a:pt x="345775" y="0"/>
                  <a:pt x="379813" y="34038"/>
                  <a:pt x="379813" y="75963"/>
                </a:cubicBezTo>
                <a:lnTo>
                  <a:pt x="379813" y="303850"/>
                </a:lnTo>
                <a:cubicBezTo>
                  <a:pt x="379813" y="345775"/>
                  <a:pt x="345775" y="379813"/>
                  <a:pt x="303850" y="379813"/>
                </a:cubicBezTo>
                <a:lnTo>
                  <a:pt x="75963" y="379813"/>
                </a:lnTo>
                <a:cubicBezTo>
                  <a:pt x="34038" y="379813"/>
                  <a:pt x="0" y="345775"/>
                  <a:pt x="0" y="303850"/>
                </a:cubicBezTo>
                <a:lnTo>
                  <a:pt x="0" y="75963"/>
                </a:lnTo>
                <a:cubicBezTo>
                  <a:pt x="0" y="34038"/>
                  <a:pt x="34038" y="0"/>
                  <a:pt x="75963" y="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484262" y="2677682"/>
            <a:ext cx="474766" cy="379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9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25495" y="2734654"/>
            <a:ext cx="1813607" cy="265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5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Secure Data Storage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31738" y="3171439"/>
            <a:ext cx="6570766" cy="246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6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Store financial data securely in a database with user authentication and access control.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79813" y="3703178"/>
            <a:ext cx="6798654" cy="1063477"/>
          </a:xfrm>
          <a:custGeom>
            <a:avLst/>
            <a:gdLst/>
            <a:ahLst/>
            <a:cxnLst/>
            <a:rect l="l" t="t" r="r" b="b"/>
            <a:pathLst>
              <a:path w="6798654" h="1063477">
                <a:moveTo>
                  <a:pt x="37981" y="0"/>
                </a:moveTo>
                <a:lnTo>
                  <a:pt x="6760673" y="0"/>
                </a:lnTo>
                <a:cubicBezTo>
                  <a:pt x="6781649" y="0"/>
                  <a:pt x="6798654" y="17005"/>
                  <a:pt x="6798654" y="37981"/>
                </a:cubicBezTo>
                <a:lnTo>
                  <a:pt x="6798654" y="949536"/>
                </a:lnTo>
                <a:cubicBezTo>
                  <a:pt x="6798654" y="1012464"/>
                  <a:pt x="6747641" y="1063477"/>
                  <a:pt x="6684713" y="1063477"/>
                </a:cubicBezTo>
                <a:lnTo>
                  <a:pt x="113941" y="1063477"/>
                </a:lnTo>
                <a:cubicBezTo>
                  <a:pt x="51013" y="1063477"/>
                  <a:pt x="0" y="1012464"/>
                  <a:pt x="0" y="949536"/>
                </a:cubicBezTo>
                <a:lnTo>
                  <a:pt x="0" y="37981"/>
                </a:lnTo>
                <a:cubicBezTo>
                  <a:pt x="0" y="17005"/>
                  <a:pt x="17005" y="0"/>
                  <a:pt x="3798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430" dist="94953" dir="5400000">
              <a:srgbClr val="000000">
                <a:alpha val="10196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79813" y="3703178"/>
            <a:ext cx="6798654" cy="37981"/>
          </a:xfrm>
          <a:custGeom>
            <a:avLst/>
            <a:gdLst/>
            <a:ahLst/>
            <a:cxnLst/>
            <a:rect l="l" t="t" r="r" b="b"/>
            <a:pathLst>
              <a:path w="6798654" h="37981">
                <a:moveTo>
                  <a:pt x="37981" y="0"/>
                </a:moveTo>
                <a:lnTo>
                  <a:pt x="6760673" y="0"/>
                </a:lnTo>
                <a:cubicBezTo>
                  <a:pt x="6781649" y="0"/>
                  <a:pt x="6798654" y="17005"/>
                  <a:pt x="6798654" y="37981"/>
                </a:cubicBezTo>
                <a:lnTo>
                  <a:pt x="6798654" y="37981"/>
                </a:lnTo>
                <a:lnTo>
                  <a:pt x="0" y="37981"/>
                </a:lnTo>
                <a:lnTo>
                  <a:pt x="0" y="37981"/>
                </a:lnTo>
                <a:cubicBezTo>
                  <a:pt x="0" y="17019"/>
                  <a:pt x="17019" y="0"/>
                  <a:pt x="37981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18" name="Shape 16"/>
          <p:cNvSpPr/>
          <p:nvPr/>
        </p:nvSpPr>
        <p:spPr>
          <a:xfrm>
            <a:off x="531738" y="3874093"/>
            <a:ext cx="379813" cy="379813"/>
          </a:xfrm>
          <a:custGeom>
            <a:avLst/>
            <a:gdLst/>
            <a:ahLst/>
            <a:cxnLst/>
            <a:rect l="l" t="t" r="r" b="b"/>
            <a:pathLst>
              <a:path w="379813" h="379813">
                <a:moveTo>
                  <a:pt x="75963" y="0"/>
                </a:moveTo>
                <a:lnTo>
                  <a:pt x="303850" y="0"/>
                </a:lnTo>
                <a:cubicBezTo>
                  <a:pt x="345775" y="0"/>
                  <a:pt x="379813" y="34038"/>
                  <a:pt x="379813" y="75963"/>
                </a:cubicBezTo>
                <a:lnTo>
                  <a:pt x="379813" y="303850"/>
                </a:lnTo>
                <a:cubicBezTo>
                  <a:pt x="379813" y="345775"/>
                  <a:pt x="345775" y="379813"/>
                  <a:pt x="303850" y="379813"/>
                </a:cubicBezTo>
                <a:lnTo>
                  <a:pt x="75963" y="379813"/>
                </a:lnTo>
                <a:cubicBezTo>
                  <a:pt x="34038" y="379813"/>
                  <a:pt x="0" y="345775"/>
                  <a:pt x="0" y="303850"/>
                </a:cubicBezTo>
                <a:lnTo>
                  <a:pt x="0" y="75963"/>
                </a:lnTo>
                <a:cubicBezTo>
                  <a:pt x="0" y="34038"/>
                  <a:pt x="34038" y="0"/>
                  <a:pt x="75963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484262" y="3874093"/>
            <a:ext cx="474766" cy="379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9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25495" y="3931065"/>
            <a:ext cx="2573234" cy="265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5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Generate Monthly Summaries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31738" y="4367850"/>
            <a:ext cx="6570766" cy="246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6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Automatically calculate and display monthly expense totals with breakdowns by category.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79813" y="4899589"/>
            <a:ext cx="6798654" cy="1063477"/>
          </a:xfrm>
          <a:custGeom>
            <a:avLst/>
            <a:gdLst/>
            <a:ahLst/>
            <a:cxnLst/>
            <a:rect l="l" t="t" r="r" b="b"/>
            <a:pathLst>
              <a:path w="6798654" h="1063477">
                <a:moveTo>
                  <a:pt x="37981" y="0"/>
                </a:moveTo>
                <a:lnTo>
                  <a:pt x="6760673" y="0"/>
                </a:lnTo>
                <a:cubicBezTo>
                  <a:pt x="6781649" y="0"/>
                  <a:pt x="6798654" y="17005"/>
                  <a:pt x="6798654" y="37981"/>
                </a:cubicBezTo>
                <a:lnTo>
                  <a:pt x="6798654" y="949536"/>
                </a:lnTo>
                <a:cubicBezTo>
                  <a:pt x="6798654" y="1012464"/>
                  <a:pt x="6747641" y="1063477"/>
                  <a:pt x="6684713" y="1063477"/>
                </a:cubicBezTo>
                <a:lnTo>
                  <a:pt x="113941" y="1063477"/>
                </a:lnTo>
                <a:cubicBezTo>
                  <a:pt x="51013" y="1063477"/>
                  <a:pt x="0" y="1012464"/>
                  <a:pt x="0" y="949536"/>
                </a:cubicBezTo>
                <a:lnTo>
                  <a:pt x="0" y="37981"/>
                </a:lnTo>
                <a:cubicBezTo>
                  <a:pt x="0" y="17005"/>
                  <a:pt x="17005" y="0"/>
                  <a:pt x="3798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430" dist="94953" dir="5400000">
              <a:srgbClr val="000000">
                <a:alpha val="10196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79813" y="4899589"/>
            <a:ext cx="6798654" cy="37981"/>
          </a:xfrm>
          <a:custGeom>
            <a:avLst/>
            <a:gdLst/>
            <a:ahLst/>
            <a:cxnLst/>
            <a:rect l="l" t="t" r="r" b="b"/>
            <a:pathLst>
              <a:path w="6798654" h="37981">
                <a:moveTo>
                  <a:pt x="37981" y="0"/>
                </a:moveTo>
                <a:lnTo>
                  <a:pt x="6760673" y="0"/>
                </a:lnTo>
                <a:cubicBezTo>
                  <a:pt x="6781649" y="0"/>
                  <a:pt x="6798654" y="17005"/>
                  <a:pt x="6798654" y="37981"/>
                </a:cubicBezTo>
                <a:lnTo>
                  <a:pt x="6798654" y="37981"/>
                </a:lnTo>
                <a:lnTo>
                  <a:pt x="0" y="37981"/>
                </a:lnTo>
                <a:lnTo>
                  <a:pt x="0" y="37981"/>
                </a:lnTo>
                <a:cubicBezTo>
                  <a:pt x="0" y="17019"/>
                  <a:pt x="17019" y="0"/>
                  <a:pt x="37981" y="0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24" name="Shape 22"/>
          <p:cNvSpPr/>
          <p:nvPr/>
        </p:nvSpPr>
        <p:spPr>
          <a:xfrm>
            <a:off x="531738" y="5070505"/>
            <a:ext cx="379813" cy="379813"/>
          </a:xfrm>
          <a:custGeom>
            <a:avLst/>
            <a:gdLst/>
            <a:ahLst/>
            <a:cxnLst/>
            <a:rect l="l" t="t" r="r" b="b"/>
            <a:pathLst>
              <a:path w="379813" h="379813">
                <a:moveTo>
                  <a:pt x="75963" y="0"/>
                </a:moveTo>
                <a:lnTo>
                  <a:pt x="303850" y="0"/>
                </a:lnTo>
                <a:cubicBezTo>
                  <a:pt x="345775" y="0"/>
                  <a:pt x="379813" y="34038"/>
                  <a:pt x="379813" y="75963"/>
                </a:cubicBezTo>
                <a:lnTo>
                  <a:pt x="379813" y="303850"/>
                </a:lnTo>
                <a:cubicBezTo>
                  <a:pt x="379813" y="345775"/>
                  <a:pt x="345775" y="379813"/>
                  <a:pt x="303850" y="379813"/>
                </a:cubicBezTo>
                <a:lnTo>
                  <a:pt x="75963" y="379813"/>
                </a:lnTo>
                <a:cubicBezTo>
                  <a:pt x="34038" y="379813"/>
                  <a:pt x="0" y="345775"/>
                  <a:pt x="0" y="303850"/>
                </a:cubicBezTo>
                <a:lnTo>
                  <a:pt x="0" y="75963"/>
                </a:lnTo>
                <a:cubicBezTo>
                  <a:pt x="0" y="34038"/>
                  <a:pt x="34038" y="0"/>
                  <a:pt x="75963" y="0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25" name="Text 23"/>
          <p:cNvSpPr/>
          <p:nvPr/>
        </p:nvSpPr>
        <p:spPr>
          <a:xfrm>
            <a:off x="484262" y="5070505"/>
            <a:ext cx="474766" cy="379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9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25495" y="5127477"/>
            <a:ext cx="2069981" cy="265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5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 Reports &amp; Charts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31738" y="5564262"/>
            <a:ext cx="6570766" cy="246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6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Provide graphical representations of spending habits using interactive charts and graphs.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327821" y="1291364"/>
            <a:ext cx="4481794" cy="2126953"/>
          </a:xfrm>
          <a:custGeom>
            <a:avLst/>
            <a:gdLst/>
            <a:ahLst/>
            <a:cxnLst/>
            <a:rect l="l" t="t" r="r" b="b"/>
            <a:pathLst>
              <a:path w="4481794" h="2126953">
                <a:moveTo>
                  <a:pt x="113941" y="0"/>
                </a:moveTo>
                <a:lnTo>
                  <a:pt x="4367854" y="0"/>
                </a:lnTo>
                <a:cubicBezTo>
                  <a:pt x="4430781" y="0"/>
                  <a:pt x="4481794" y="51013"/>
                  <a:pt x="4481794" y="113941"/>
                </a:cubicBezTo>
                <a:lnTo>
                  <a:pt x="4481794" y="2013012"/>
                </a:lnTo>
                <a:cubicBezTo>
                  <a:pt x="4481794" y="2075940"/>
                  <a:pt x="4430781" y="2126953"/>
                  <a:pt x="4367854" y="2126953"/>
                </a:cubicBezTo>
                <a:lnTo>
                  <a:pt x="113941" y="2126953"/>
                </a:lnTo>
                <a:cubicBezTo>
                  <a:pt x="51013" y="2126953"/>
                  <a:pt x="0" y="2075940"/>
                  <a:pt x="0" y="2013012"/>
                </a:cubicBezTo>
                <a:lnTo>
                  <a:pt x="0" y="113941"/>
                </a:lnTo>
                <a:cubicBezTo>
                  <a:pt x="0" y="51055"/>
                  <a:pt x="51055" y="0"/>
                  <a:pt x="113941" y="0"/>
                </a:cubicBezTo>
                <a:close/>
              </a:path>
            </a:pathLst>
          </a:custGeom>
          <a:gradFill rotWithShape="1" flip="none">
            <a:gsLst>
              <a:gs pos="0">
                <a:srgbClr val="2563EB"/>
              </a:gs>
              <a:gs pos="100000">
                <a:srgbClr val="1D4ED8"/>
              </a:gs>
            </a:gsLst>
            <a:lin ang="2700000" scaled="1"/>
          </a:gradFill>
          <a:ln/>
        </p:spPr>
      </p:sp>
      <p:sp>
        <p:nvSpPr>
          <p:cNvPr id="29" name="Shape 27"/>
          <p:cNvSpPr/>
          <p:nvPr/>
        </p:nvSpPr>
        <p:spPr>
          <a:xfrm>
            <a:off x="7503485" y="1481271"/>
            <a:ext cx="189907" cy="189907"/>
          </a:xfrm>
          <a:custGeom>
            <a:avLst/>
            <a:gdLst/>
            <a:ahLst/>
            <a:cxnLst/>
            <a:rect l="l" t="t" r="r" b="b"/>
            <a:pathLst>
              <a:path w="189907" h="189907">
                <a:moveTo>
                  <a:pt x="166168" y="94953"/>
                </a:moveTo>
                <a:cubicBezTo>
                  <a:pt x="166168" y="55649"/>
                  <a:pt x="134258" y="23738"/>
                  <a:pt x="94953" y="23738"/>
                </a:cubicBezTo>
                <a:cubicBezTo>
                  <a:pt x="55649" y="23738"/>
                  <a:pt x="23738" y="55649"/>
                  <a:pt x="23738" y="94953"/>
                </a:cubicBezTo>
                <a:cubicBezTo>
                  <a:pt x="23738" y="134258"/>
                  <a:pt x="55649" y="166168"/>
                  <a:pt x="94953" y="166168"/>
                </a:cubicBezTo>
                <a:cubicBezTo>
                  <a:pt x="134258" y="166168"/>
                  <a:pt x="166168" y="134258"/>
                  <a:pt x="166168" y="94953"/>
                </a:cubicBezTo>
                <a:close/>
                <a:moveTo>
                  <a:pt x="0" y="94953"/>
                </a:moveTo>
                <a:cubicBezTo>
                  <a:pt x="0" y="42547"/>
                  <a:pt x="42547" y="0"/>
                  <a:pt x="94953" y="0"/>
                </a:cubicBezTo>
                <a:cubicBezTo>
                  <a:pt x="147359" y="0"/>
                  <a:pt x="189907" y="42547"/>
                  <a:pt x="189907" y="94953"/>
                </a:cubicBezTo>
                <a:cubicBezTo>
                  <a:pt x="189907" y="147359"/>
                  <a:pt x="147359" y="189907"/>
                  <a:pt x="94953" y="189907"/>
                </a:cubicBezTo>
                <a:cubicBezTo>
                  <a:pt x="42547" y="189907"/>
                  <a:pt x="0" y="147359"/>
                  <a:pt x="0" y="94953"/>
                </a:cubicBezTo>
                <a:close/>
                <a:moveTo>
                  <a:pt x="94953" y="124626"/>
                </a:moveTo>
                <a:cubicBezTo>
                  <a:pt x="111330" y="124626"/>
                  <a:pt x="124626" y="111330"/>
                  <a:pt x="124626" y="94953"/>
                </a:cubicBezTo>
                <a:cubicBezTo>
                  <a:pt x="124626" y="78576"/>
                  <a:pt x="111330" y="65280"/>
                  <a:pt x="94953" y="65280"/>
                </a:cubicBezTo>
                <a:cubicBezTo>
                  <a:pt x="78576" y="65280"/>
                  <a:pt x="65280" y="78576"/>
                  <a:pt x="65280" y="94953"/>
                </a:cubicBezTo>
                <a:cubicBezTo>
                  <a:pt x="65280" y="111330"/>
                  <a:pt x="78576" y="124626"/>
                  <a:pt x="94953" y="124626"/>
                </a:cubicBezTo>
                <a:close/>
                <a:moveTo>
                  <a:pt x="94953" y="41542"/>
                </a:moveTo>
                <a:cubicBezTo>
                  <a:pt x="124432" y="41542"/>
                  <a:pt x="148364" y="65475"/>
                  <a:pt x="148364" y="94953"/>
                </a:cubicBezTo>
                <a:cubicBezTo>
                  <a:pt x="148364" y="124432"/>
                  <a:pt x="124432" y="148364"/>
                  <a:pt x="94953" y="148364"/>
                </a:cubicBezTo>
                <a:cubicBezTo>
                  <a:pt x="65475" y="148364"/>
                  <a:pt x="41542" y="124432"/>
                  <a:pt x="41542" y="94953"/>
                </a:cubicBezTo>
                <a:cubicBezTo>
                  <a:pt x="41542" y="65475"/>
                  <a:pt x="65475" y="41542"/>
                  <a:pt x="94953" y="41542"/>
                </a:cubicBezTo>
                <a:close/>
                <a:moveTo>
                  <a:pt x="83084" y="94953"/>
                </a:moveTo>
                <a:cubicBezTo>
                  <a:pt x="83084" y="88403"/>
                  <a:pt x="88403" y="83084"/>
                  <a:pt x="94953" y="83084"/>
                </a:cubicBezTo>
                <a:cubicBezTo>
                  <a:pt x="101504" y="83084"/>
                  <a:pt x="106822" y="88403"/>
                  <a:pt x="106822" y="94953"/>
                </a:cubicBezTo>
                <a:cubicBezTo>
                  <a:pt x="106822" y="101504"/>
                  <a:pt x="101504" y="106822"/>
                  <a:pt x="94953" y="106822"/>
                </a:cubicBezTo>
                <a:cubicBezTo>
                  <a:pt x="88403" y="106822"/>
                  <a:pt x="83084" y="101504"/>
                  <a:pt x="83084" y="9495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7717129" y="1443290"/>
            <a:ext cx="4035514" cy="265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Scope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498737" y="1861084"/>
            <a:ext cx="151925" cy="151925"/>
          </a:xfrm>
          <a:custGeom>
            <a:avLst/>
            <a:gdLst/>
            <a:ahLst/>
            <a:cxnLst/>
            <a:rect l="l" t="t" r="r" b="b"/>
            <a:pathLst>
              <a:path w="151925" h="151925">
                <a:moveTo>
                  <a:pt x="75963" y="151925"/>
                </a:moveTo>
                <a:cubicBezTo>
                  <a:pt x="117888" y="151925"/>
                  <a:pt x="151925" y="117888"/>
                  <a:pt x="151925" y="75963"/>
                </a:cubicBezTo>
                <a:cubicBezTo>
                  <a:pt x="151925" y="34038"/>
                  <a:pt x="117888" y="0"/>
                  <a:pt x="75963" y="0"/>
                </a:cubicBezTo>
                <a:cubicBezTo>
                  <a:pt x="34038" y="0"/>
                  <a:pt x="0" y="34038"/>
                  <a:pt x="0" y="75963"/>
                </a:cubicBezTo>
                <a:cubicBezTo>
                  <a:pt x="0" y="117888"/>
                  <a:pt x="34038" y="151925"/>
                  <a:pt x="75963" y="151925"/>
                </a:cubicBezTo>
                <a:close/>
                <a:moveTo>
                  <a:pt x="101007" y="63114"/>
                </a:moveTo>
                <a:lnTo>
                  <a:pt x="77268" y="101096"/>
                </a:lnTo>
                <a:cubicBezTo>
                  <a:pt x="76022" y="103084"/>
                  <a:pt x="73886" y="104330"/>
                  <a:pt x="71541" y="104449"/>
                </a:cubicBezTo>
                <a:cubicBezTo>
                  <a:pt x="69197" y="104567"/>
                  <a:pt x="66942" y="103499"/>
                  <a:pt x="65547" y="101600"/>
                </a:cubicBezTo>
                <a:lnTo>
                  <a:pt x="51304" y="82609"/>
                </a:lnTo>
                <a:cubicBezTo>
                  <a:pt x="48931" y="79464"/>
                  <a:pt x="49583" y="75013"/>
                  <a:pt x="52729" y="72639"/>
                </a:cubicBezTo>
                <a:cubicBezTo>
                  <a:pt x="55874" y="70265"/>
                  <a:pt x="60325" y="70918"/>
                  <a:pt x="62699" y="74064"/>
                </a:cubicBezTo>
                <a:lnTo>
                  <a:pt x="70711" y="84746"/>
                </a:lnTo>
                <a:lnTo>
                  <a:pt x="88930" y="55577"/>
                </a:lnTo>
                <a:cubicBezTo>
                  <a:pt x="91007" y="52254"/>
                  <a:pt x="95398" y="51215"/>
                  <a:pt x="98751" y="53322"/>
                </a:cubicBezTo>
                <a:cubicBezTo>
                  <a:pt x="102104" y="55429"/>
                  <a:pt x="103113" y="59791"/>
                  <a:pt x="101007" y="63144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32" name="Text 30"/>
          <p:cNvSpPr/>
          <p:nvPr/>
        </p:nvSpPr>
        <p:spPr>
          <a:xfrm>
            <a:off x="7745615" y="1823103"/>
            <a:ext cx="1794617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registration and login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498737" y="2164935"/>
            <a:ext cx="151925" cy="151925"/>
          </a:xfrm>
          <a:custGeom>
            <a:avLst/>
            <a:gdLst/>
            <a:ahLst/>
            <a:cxnLst/>
            <a:rect l="l" t="t" r="r" b="b"/>
            <a:pathLst>
              <a:path w="151925" h="151925">
                <a:moveTo>
                  <a:pt x="75963" y="151925"/>
                </a:moveTo>
                <a:cubicBezTo>
                  <a:pt x="117888" y="151925"/>
                  <a:pt x="151925" y="117888"/>
                  <a:pt x="151925" y="75963"/>
                </a:cubicBezTo>
                <a:cubicBezTo>
                  <a:pt x="151925" y="34038"/>
                  <a:pt x="117888" y="0"/>
                  <a:pt x="75963" y="0"/>
                </a:cubicBezTo>
                <a:cubicBezTo>
                  <a:pt x="34038" y="0"/>
                  <a:pt x="0" y="34038"/>
                  <a:pt x="0" y="75963"/>
                </a:cubicBezTo>
                <a:cubicBezTo>
                  <a:pt x="0" y="117888"/>
                  <a:pt x="34038" y="151925"/>
                  <a:pt x="75963" y="151925"/>
                </a:cubicBezTo>
                <a:close/>
                <a:moveTo>
                  <a:pt x="101007" y="63114"/>
                </a:moveTo>
                <a:lnTo>
                  <a:pt x="77268" y="101096"/>
                </a:lnTo>
                <a:cubicBezTo>
                  <a:pt x="76022" y="103084"/>
                  <a:pt x="73886" y="104330"/>
                  <a:pt x="71541" y="104449"/>
                </a:cubicBezTo>
                <a:cubicBezTo>
                  <a:pt x="69197" y="104567"/>
                  <a:pt x="66942" y="103499"/>
                  <a:pt x="65547" y="101600"/>
                </a:cubicBezTo>
                <a:lnTo>
                  <a:pt x="51304" y="82609"/>
                </a:lnTo>
                <a:cubicBezTo>
                  <a:pt x="48931" y="79464"/>
                  <a:pt x="49583" y="75013"/>
                  <a:pt x="52729" y="72639"/>
                </a:cubicBezTo>
                <a:cubicBezTo>
                  <a:pt x="55874" y="70265"/>
                  <a:pt x="60325" y="70918"/>
                  <a:pt x="62699" y="74064"/>
                </a:cubicBezTo>
                <a:lnTo>
                  <a:pt x="70711" y="84746"/>
                </a:lnTo>
                <a:lnTo>
                  <a:pt x="88930" y="55577"/>
                </a:lnTo>
                <a:cubicBezTo>
                  <a:pt x="91007" y="52254"/>
                  <a:pt x="95398" y="51215"/>
                  <a:pt x="98751" y="53322"/>
                </a:cubicBezTo>
                <a:cubicBezTo>
                  <a:pt x="102104" y="55429"/>
                  <a:pt x="103113" y="59791"/>
                  <a:pt x="101007" y="63144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34" name="Text 32"/>
          <p:cNvSpPr/>
          <p:nvPr/>
        </p:nvSpPr>
        <p:spPr>
          <a:xfrm>
            <a:off x="7745615" y="2126953"/>
            <a:ext cx="2278879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Add, edit, delete expense records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498737" y="2468785"/>
            <a:ext cx="151925" cy="151925"/>
          </a:xfrm>
          <a:custGeom>
            <a:avLst/>
            <a:gdLst/>
            <a:ahLst/>
            <a:cxnLst/>
            <a:rect l="l" t="t" r="r" b="b"/>
            <a:pathLst>
              <a:path w="151925" h="151925">
                <a:moveTo>
                  <a:pt x="75963" y="151925"/>
                </a:moveTo>
                <a:cubicBezTo>
                  <a:pt x="117888" y="151925"/>
                  <a:pt x="151925" y="117888"/>
                  <a:pt x="151925" y="75963"/>
                </a:cubicBezTo>
                <a:cubicBezTo>
                  <a:pt x="151925" y="34038"/>
                  <a:pt x="117888" y="0"/>
                  <a:pt x="75963" y="0"/>
                </a:cubicBezTo>
                <a:cubicBezTo>
                  <a:pt x="34038" y="0"/>
                  <a:pt x="0" y="34038"/>
                  <a:pt x="0" y="75963"/>
                </a:cubicBezTo>
                <a:cubicBezTo>
                  <a:pt x="0" y="117888"/>
                  <a:pt x="34038" y="151925"/>
                  <a:pt x="75963" y="151925"/>
                </a:cubicBezTo>
                <a:close/>
                <a:moveTo>
                  <a:pt x="101007" y="63114"/>
                </a:moveTo>
                <a:lnTo>
                  <a:pt x="77268" y="101096"/>
                </a:lnTo>
                <a:cubicBezTo>
                  <a:pt x="76022" y="103084"/>
                  <a:pt x="73886" y="104330"/>
                  <a:pt x="71541" y="104449"/>
                </a:cubicBezTo>
                <a:cubicBezTo>
                  <a:pt x="69197" y="104567"/>
                  <a:pt x="66942" y="103499"/>
                  <a:pt x="65547" y="101600"/>
                </a:cubicBezTo>
                <a:lnTo>
                  <a:pt x="51304" y="82609"/>
                </a:lnTo>
                <a:cubicBezTo>
                  <a:pt x="48931" y="79464"/>
                  <a:pt x="49583" y="75013"/>
                  <a:pt x="52729" y="72639"/>
                </a:cubicBezTo>
                <a:cubicBezTo>
                  <a:pt x="55874" y="70265"/>
                  <a:pt x="60325" y="70918"/>
                  <a:pt x="62699" y="74064"/>
                </a:cubicBezTo>
                <a:lnTo>
                  <a:pt x="70711" y="84746"/>
                </a:lnTo>
                <a:lnTo>
                  <a:pt x="88930" y="55577"/>
                </a:lnTo>
                <a:cubicBezTo>
                  <a:pt x="91007" y="52254"/>
                  <a:pt x="95398" y="51215"/>
                  <a:pt x="98751" y="53322"/>
                </a:cubicBezTo>
                <a:cubicBezTo>
                  <a:pt x="102104" y="55429"/>
                  <a:pt x="103113" y="59791"/>
                  <a:pt x="101007" y="63144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36" name="Text 34"/>
          <p:cNvSpPr/>
          <p:nvPr/>
        </p:nvSpPr>
        <p:spPr>
          <a:xfrm>
            <a:off x="7745615" y="2430804"/>
            <a:ext cx="2088972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Expense categorization system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498737" y="2772636"/>
            <a:ext cx="151925" cy="151925"/>
          </a:xfrm>
          <a:custGeom>
            <a:avLst/>
            <a:gdLst/>
            <a:ahLst/>
            <a:cxnLst/>
            <a:rect l="l" t="t" r="r" b="b"/>
            <a:pathLst>
              <a:path w="151925" h="151925">
                <a:moveTo>
                  <a:pt x="75963" y="151925"/>
                </a:moveTo>
                <a:cubicBezTo>
                  <a:pt x="117888" y="151925"/>
                  <a:pt x="151925" y="117888"/>
                  <a:pt x="151925" y="75963"/>
                </a:cubicBezTo>
                <a:cubicBezTo>
                  <a:pt x="151925" y="34038"/>
                  <a:pt x="117888" y="0"/>
                  <a:pt x="75963" y="0"/>
                </a:cubicBezTo>
                <a:cubicBezTo>
                  <a:pt x="34038" y="0"/>
                  <a:pt x="0" y="34038"/>
                  <a:pt x="0" y="75963"/>
                </a:cubicBezTo>
                <a:cubicBezTo>
                  <a:pt x="0" y="117888"/>
                  <a:pt x="34038" y="151925"/>
                  <a:pt x="75963" y="151925"/>
                </a:cubicBezTo>
                <a:close/>
                <a:moveTo>
                  <a:pt x="101007" y="63114"/>
                </a:moveTo>
                <a:lnTo>
                  <a:pt x="77268" y="101096"/>
                </a:lnTo>
                <a:cubicBezTo>
                  <a:pt x="76022" y="103084"/>
                  <a:pt x="73886" y="104330"/>
                  <a:pt x="71541" y="104449"/>
                </a:cubicBezTo>
                <a:cubicBezTo>
                  <a:pt x="69197" y="104567"/>
                  <a:pt x="66942" y="103499"/>
                  <a:pt x="65547" y="101600"/>
                </a:cubicBezTo>
                <a:lnTo>
                  <a:pt x="51304" y="82609"/>
                </a:lnTo>
                <a:cubicBezTo>
                  <a:pt x="48931" y="79464"/>
                  <a:pt x="49583" y="75013"/>
                  <a:pt x="52729" y="72639"/>
                </a:cubicBezTo>
                <a:cubicBezTo>
                  <a:pt x="55874" y="70265"/>
                  <a:pt x="60325" y="70918"/>
                  <a:pt x="62699" y="74064"/>
                </a:cubicBezTo>
                <a:lnTo>
                  <a:pt x="70711" y="84746"/>
                </a:lnTo>
                <a:lnTo>
                  <a:pt x="88930" y="55577"/>
                </a:lnTo>
                <a:cubicBezTo>
                  <a:pt x="91007" y="52254"/>
                  <a:pt x="95398" y="51215"/>
                  <a:pt x="98751" y="53322"/>
                </a:cubicBezTo>
                <a:cubicBezTo>
                  <a:pt x="102104" y="55429"/>
                  <a:pt x="103113" y="59791"/>
                  <a:pt x="101007" y="63144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38" name="Text 36"/>
          <p:cNvSpPr/>
          <p:nvPr/>
        </p:nvSpPr>
        <p:spPr>
          <a:xfrm>
            <a:off x="7745615" y="2734654"/>
            <a:ext cx="1718654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Monthly expense reports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498737" y="3076486"/>
            <a:ext cx="151925" cy="151925"/>
          </a:xfrm>
          <a:custGeom>
            <a:avLst/>
            <a:gdLst/>
            <a:ahLst/>
            <a:cxnLst/>
            <a:rect l="l" t="t" r="r" b="b"/>
            <a:pathLst>
              <a:path w="151925" h="151925">
                <a:moveTo>
                  <a:pt x="75963" y="151925"/>
                </a:moveTo>
                <a:cubicBezTo>
                  <a:pt x="117888" y="151925"/>
                  <a:pt x="151925" y="117888"/>
                  <a:pt x="151925" y="75963"/>
                </a:cubicBezTo>
                <a:cubicBezTo>
                  <a:pt x="151925" y="34038"/>
                  <a:pt x="117888" y="0"/>
                  <a:pt x="75963" y="0"/>
                </a:cubicBezTo>
                <a:cubicBezTo>
                  <a:pt x="34038" y="0"/>
                  <a:pt x="0" y="34038"/>
                  <a:pt x="0" y="75963"/>
                </a:cubicBezTo>
                <a:cubicBezTo>
                  <a:pt x="0" y="117888"/>
                  <a:pt x="34038" y="151925"/>
                  <a:pt x="75963" y="151925"/>
                </a:cubicBezTo>
                <a:close/>
                <a:moveTo>
                  <a:pt x="101007" y="63114"/>
                </a:moveTo>
                <a:lnTo>
                  <a:pt x="77268" y="101096"/>
                </a:lnTo>
                <a:cubicBezTo>
                  <a:pt x="76022" y="103084"/>
                  <a:pt x="73886" y="104330"/>
                  <a:pt x="71541" y="104449"/>
                </a:cubicBezTo>
                <a:cubicBezTo>
                  <a:pt x="69197" y="104567"/>
                  <a:pt x="66942" y="103499"/>
                  <a:pt x="65547" y="101600"/>
                </a:cubicBezTo>
                <a:lnTo>
                  <a:pt x="51304" y="82609"/>
                </a:lnTo>
                <a:cubicBezTo>
                  <a:pt x="48931" y="79464"/>
                  <a:pt x="49583" y="75013"/>
                  <a:pt x="52729" y="72639"/>
                </a:cubicBezTo>
                <a:cubicBezTo>
                  <a:pt x="55874" y="70265"/>
                  <a:pt x="60325" y="70918"/>
                  <a:pt x="62699" y="74064"/>
                </a:cubicBezTo>
                <a:lnTo>
                  <a:pt x="70711" y="84746"/>
                </a:lnTo>
                <a:lnTo>
                  <a:pt x="88930" y="55577"/>
                </a:lnTo>
                <a:cubicBezTo>
                  <a:pt x="91007" y="52254"/>
                  <a:pt x="95398" y="51215"/>
                  <a:pt x="98751" y="53322"/>
                </a:cubicBezTo>
                <a:cubicBezTo>
                  <a:pt x="102104" y="55429"/>
                  <a:pt x="103113" y="59791"/>
                  <a:pt x="101007" y="63144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40" name="Text 38"/>
          <p:cNvSpPr/>
          <p:nvPr/>
        </p:nvSpPr>
        <p:spPr>
          <a:xfrm>
            <a:off x="7745615" y="3038505"/>
            <a:ext cx="2098467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Charts and graphs visualization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7337316" y="3541757"/>
            <a:ext cx="4462804" cy="1804112"/>
          </a:xfrm>
          <a:custGeom>
            <a:avLst/>
            <a:gdLst/>
            <a:ahLst/>
            <a:cxnLst/>
            <a:rect l="l" t="t" r="r" b="b"/>
            <a:pathLst>
              <a:path w="4462804" h="1804112">
                <a:moveTo>
                  <a:pt x="113948" y="0"/>
                </a:moveTo>
                <a:lnTo>
                  <a:pt x="4348856" y="0"/>
                </a:lnTo>
                <a:cubicBezTo>
                  <a:pt x="4411788" y="0"/>
                  <a:pt x="4462804" y="51016"/>
                  <a:pt x="4462804" y="113948"/>
                </a:cubicBezTo>
                <a:lnTo>
                  <a:pt x="4462804" y="1690164"/>
                </a:lnTo>
                <a:cubicBezTo>
                  <a:pt x="4462804" y="1753096"/>
                  <a:pt x="4411788" y="1804112"/>
                  <a:pt x="4348856" y="1804112"/>
                </a:cubicBezTo>
                <a:lnTo>
                  <a:pt x="113948" y="1804112"/>
                </a:lnTo>
                <a:cubicBezTo>
                  <a:pt x="51016" y="1804112"/>
                  <a:pt x="0" y="1753096"/>
                  <a:pt x="0" y="1690164"/>
                </a:cubicBezTo>
                <a:lnTo>
                  <a:pt x="0" y="113948"/>
                </a:lnTo>
                <a:cubicBezTo>
                  <a:pt x="0" y="51058"/>
                  <a:pt x="51058" y="0"/>
                  <a:pt x="113948" y="0"/>
                </a:cubicBezTo>
                <a:close/>
              </a:path>
            </a:pathLst>
          </a:custGeom>
          <a:solidFill>
            <a:srgbClr val="FFFFFF"/>
          </a:solidFill>
          <a:ln w="25400">
            <a:solidFill>
              <a:srgbClr val="EF4444"/>
            </a:solidFill>
            <a:prstDash val="solid"/>
          </a:ln>
          <a:effectLst>
            <a:outerShdw sx="100000" sy="100000" kx="0" ky="0" algn="bl" rotWithShape="0" blurRad="142430" dist="94953" dir="5400000">
              <a:srgbClr val="000000">
                <a:alpha val="10196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522475" y="3750654"/>
            <a:ext cx="170916" cy="170916"/>
          </a:xfrm>
          <a:custGeom>
            <a:avLst/>
            <a:gdLst/>
            <a:ahLst/>
            <a:cxnLst/>
            <a:rect l="l" t="t" r="r" b="b"/>
            <a:pathLst>
              <a:path w="170916" h="170916">
                <a:moveTo>
                  <a:pt x="122579" y="137701"/>
                </a:moveTo>
                <a:lnTo>
                  <a:pt x="33215" y="48337"/>
                </a:lnTo>
                <a:cubicBezTo>
                  <a:pt x="25738" y="58819"/>
                  <a:pt x="21364" y="71638"/>
                  <a:pt x="21364" y="85458"/>
                </a:cubicBezTo>
                <a:cubicBezTo>
                  <a:pt x="21364" y="120843"/>
                  <a:pt x="50073" y="149551"/>
                  <a:pt x="85458" y="149551"/>
                </a:cubicBezTo>
                <a:cubicBezTo>
                  <a:pt x="99311" y="149551"/>
                  <a:pt x="112130" y="145178"/>
                  <a:pt x="122579" y="137701"/>
                </a:cubicBezTo>
                <a:close/>
                <a:moveTo>
                  <a:pt x="137701" y="122579"/>
                </a:moveTo>
                <a:cubicBezTo>
                  <a:pt x="145178" y="112097"/>
                  <a:pt x="149551" y="99278"/>
                  <a:pt x="149551" y="85458"/>
                </a:cubicBezTo>
                <a:cubicBezTo>
                  <a:pt x="149551" y="50073"/>
                  <a:pt x="120843" y="21364"/>
                  <a:pt x="85458" y="21364"/>
                </a:cubicBezTo>
                <a:cubicBezTo>
                  <a:pt x="71604" y="21364"/>
                  <a:pt x="58786" y="25738"/>
                  <a:pt x="48337" y="33215"/>
                </a:cubicBezTo>
                <a:lnTo>
                  <a:pt x="137701" y="122579"/>
                </a:lnTo>
                <a:close/>
                <a:moveTo>
                  <a:pt x="0" y="85458"/>
                </a:moveTo>
                <a:cubicBezTo>
                  <a:pt x="0" y="38292"/>
                  <a:pt x="38292" y="0"/>
                  <a:pt x="85458" y="0"/>
                </a:cubicBezTo>
                <a:cubicBezTo>
                  <a:pt x="132623" y="0"/>
                  <a:pt x="170916" y="38292"/>
                  <a:pt x="170916" y="85458"/>
                </a:cubicBezTo>
                <a:cubicBezTo>
                  <a:pt x="170916" y="132623"/>
                  <a:pt x="132623" y="170916"/>
                  <a:pt x="85458" y="170916"/>
                </a:cubicBezTo>
                <a:cubicBezTo>
                  <a:pt x="38292" y="170916"/>
                  <a:pt x="0" y="132623"/>
                  <a:pt x="0" y="85458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43" name="Text 41"/>
          <p:cNvSpPr/>
          <p:nvPr/>
        </p:nvSpPr>
        <p:spPr>
          <a:xfrm>
            <a:off x="7717129" y="3703178"/>
            <a:ext cx="4007028" cy="265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6" b="1" dirty="0">
                <a:solidFill>
                  <a:srgbClr val="EF444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7534344" y="4111477"/>
            <a:ext cx="99701" cy="132935"/>
          </a:xfrm>
          <a:custGeom>
            <a:avLst/>
            <a:gdLst/>
            <a:ahLst/>
            <a:cxnLst/>
            <a:rect l="l" t="t" r="r" b="b"/>
            <a:pathLst>
              <a:path w="99701" h="132935">
                <a:moveTo>
                  <a:pt x="14306" y="19057"/>
                </a:moveTo>
                <a:cubicBezTo>
                  <a:pt x="11061" y="15812"/>
                  <a:pt x="5790" y="15812"/>
                  <a:pt x="2544" y="19057"/>
                </a:cubicBezTo>
                <a:cubicBezTo>
                  <a:pt x="-701" y="22303"/>
                  <a:pt x="-701" y="27574"/>
                  <a:pt x="2544" y="30819"/>
                </a:cubicBezTo>
                <a:lnTo>
                  <a:pt x="38219" y="66467"/>
                </a:lnTo>
                <a:lnTo>
                  <a:pt x="2570" y="102142"/>
                </a:lnTo>
                <a:cubicBezTo>
                  <a:pt x="-675" y="105387"/>
                  <a:pt x="-675" y="110658"/>
                  <a:pt x="2570" y="113903"/>
                </a:cubicBezTo>
                <a:cubicBezTo>
                  <a:pt x="5816" y="117149"/>
                  <a:pt x="11087" y="117149"/>
                  <a:pt x="14332" y="113903"/>
                </a:cubicBezTo>
                <a:lnTo>
                  <a:pt x="49980" y="78229"/>
                </a:lnTo>
                <a:lnTo>
                  <a:pt x="85655" y="113877"/>
                </a:lnTo>
                <a:cubicBezTo>
                  <a:pt x="88900" y="117123"/>
                  <a:pt x="94171" y="117123"/>
                  <a:pt x="97416" y="113877"/>
                </a:cubicBezTo>
                <a:cubicBezTo>
                  <a:pt x="100662" y="110632"/>
                  <a:pt x="100662" y="105361"/>
                  <a:pt x="97416" y="102116"/>
                </a:cubicBezTo>
                <a:lnTo>
                  <a:pt x="61742" y="66467"/>
                </a:lnTo>
                <a:lnTo>
                  <a:pt x="97390" y="30793"/>
                </a:lnTo>
                <a:cubicBezTo>
                  <a:pt x="100636" y="27548"/>
                  <a:pt x="100636" y="22277"/>
                  <a:pt x="97390" y="19031"/>
                </a:cubicBezTo>
                <a:cubicBezTo>
                  <a:pt x="94145" y="15786"/>
                  <a:pt x="88874" y="15786"/>
                  <a:pt x="85629" y="19031"/>
                </a:cubicBezTo>
                <a:lnTo>
                  <a:pt x="49980" y="54706"/>
                </a:lnTo>
                <a:lnTo>
                  <a:pt x="14306" y="19057"/>
                </a:ln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45" name="Text 43"/>
          <p:cNvSpPr/>
          <p:nvPr/>
        </p:nvSpPr>
        <p:spPr>
          <a:xfrm>
            <a:off x="7740868" y="4082991"/>
            <a:ext cx="1680673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 designed for companies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7534344" y="4339364"/>
            <a:ext cx="99701" cy="132935"/>
          </a:xfrm>
          <a:custGeom>
            <a:avLst/>
            <a:gdLst/>
            <a:ahLst/>
            <a:cxnLst/>
            <a:rect l="l" t="t" r="r" b="b"/>
            <a:pathLst>
              <a:path w="99701" h="132935">
                <a:moveTo>
                  <a:pt x="14306" y="19057"/>
                </a:moveTo>
                <a:cubicBezTo>
                  <a:pt x="11061" y="15812"/>
                  <a:pt x="5790" y="15812"/>
                  <a:pt x="2544" y="19057"/>
                </a:cubicBezTo>
                <a:cubicBezTo>
                  <a:pt x="-701" y="22303"/>
                  <a:pt x="-701" y="27574"/>
                  <a:pt x="2544" y="30819"/>
                </a:cubicBezTo>
                <a:lnTo>
                  <a:pt x="38219" y="66467"/>
                </a:lnTo>
                <a:lnTo>
                  <a:pt x="2570" y="102142"/>
                </a:lnTo>
                <a:cubicBezTo>
                  <a:pt x="-675" y="105387"/>
                  <a:pt x="-675" y="110658"/>
                  <a:pt x="2570" y="113903"/>
                </a:cubicBezTo>
                <a:cubicBezTo>
                  <a:pt x="5816" y="117149"/>
                  <a:pt x="11087" y="117149"/>
                  <a:pt x="14332" y="113903"/>
                </a:cubicBezTo>
                <a:lnTo>
                  <a:pt x="49980" y="78229"/>
                </a:lnTo>
                <a:lnTo>
                  <a:pt x="85655" y="113877"/>
                </a:lnTo>
                <a:cubicBezTo>
                  <a:pt x="88900" y="117123"/>
                  <a:pt x="94171" y="117123"/>
                  <a:pt x="97416" y="113877"/>
                </a:cubicBezTo>
                <a:cubicBezTo>
                  <a:pt x="100662" y="110632"/>
                  <a:pt x="100662" y="105361"/>
                  <a:pt x="97416" y="102116"/>
                </a:cubicBezTo>
                <a:lnTo>
                  <a:pt x="61742" y="66467"/>
                </a:lnTo>
                <a:lnTo>
                  <a:pt x="97390" y="30793"/>
                </a:lnTo>
                <a:cubicBezTo>
                  <a:pt x="100636" y="27548"/>
                  <a:pt x="100636" y="22277"/>
                  <a:pt x="97390" y="19031"/>
                </a:cubicBezTo>
                <a:cubicBezTo>
                  <a:pt x="94145" y="15786"/>
                  <a:pt x="88874" y="15786"/>
                  <a:pt x="85629" y="19031"/>
                </a:cubicBezTo>
                <a:lnTo>
                  <a:pt x="49980" y="54706"/>
                </a:lnTo>
                <a:lnTo>
                  <a:pt x="14306" y="19057"/>
                </a:ln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47" name="Text 45"/>
          <p:cNvSpPr/>
          <p:nvPr/>
        </p:nvSpPr>
        <p:spPr>
          <a:xfrm>
            <a:off x="7740868" y="4310879"/>
            <a:ext cx="1747140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online banking integration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7534344" y="4567252"/>
            <a:ext cx="99701" cy="132935"/>
          </a:xfrm>
          <a:custGeom>
            <a:avLst/>
            <a:gdLst/>
            <a:ahLst/>
            <a:cxnLst/>
            <a:rect l="l" t="t" r="r" b="b"/>
            <a:pathLst>
              <a:path w="99701" h="132935">
                <a:moveTo>
                  <a:pt x="14306" y="19057"/>
                </a:moveTo>
                <a:cubicBezTo>
                  <a:pt x="11061" y="15812"/>
                  <a:pt x="5790" y="15812"/>
                  <a:pt x="2544" y="19057"/>
                </a:cubicBezTo>
                <a:cubicBezTo>
                  <a:pt x="-701" y="22303"/>
                  <a:pt x="-701" y="27574"/>
                  <a:pt x="2544" y="30819"/>
                </a:cubicBezTo>
                <a:lnTo>
                  <a:pt x="38219" y="66467"/>
                </a:lnTo>
                <a:lnTo>
                  <a:pt x="2570" y="102142"/>
                </a:lnTo>
                <a:cubicBezTo>
                  <a:pt x="-675" y="105387"/>
                  <a:pt x="-675" y="110658"/>
                  <a:pt x="2570" y="113903"/>
                </a:cubicBezTo>
                <a:cubicBezTo>
                  <a:pt x="5816" y="117149"/>
                  <a:pt x="11087" y="117149"/>
                  <a:pt x="14332" y="113903"/>
                </a:cubicBezTo>
                <a:lnTo>
                  <a:pt x="49980" y="78229"/>
                </a:lnTo>
                <a:lnTo>
                  <a:pt x="85655" y="113877"/>
                </a:lnTo>
                <a:cubicBezTo>
                  <a:pt x="88900" y="117123"/>
                  <a:pt x="94171" y="117123"/>
                  <a:pt x="97416" y="113877"/>
                </a:cubicBezTo>
                <a:cubicBezTo>
                  <a:pt x="100662" y="110632"/>
                  <a:pt x="100662" y="105361"/>
                  <a:pt x="97416" y="102116"/>
                </a:cubicBezTo>
                <a:lnTo>
                  <a:pt x="61742" y="66467"/>
                </a:lnTo>
                <a:lnTo>
                  <a:pt x="97390" y="30793"/>
                </a:lnTo>
                <a:cubicBezTo>
                  <a:pt x="100636" y="27548"/>
                  <a:pt x="100636" y="22277"/>
                  <a:pt x="97390" y="19031"/>
                </a:cubicBezTo>
                <a:cubicBezTo>
                  <a:pt x="94145" y="15786"/>
                  <a:pt x="88874" y="15786"/>
                  <a:pt x="85629" y="19031"/>
                </a:cubicBezTo>
                <a:lnTo>
                  <a:pt x="49980" y="54706"/>
                </a:lnTo>
                <a:lnTo>
                  <a:pt x="14306" y="19057"/>
                </a:ln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49" name="Text 47"/>
          <p:cNvSpPr/>
          <p:nvPr/>
        </p:nvSpPr>
        <p:spPr>
          <a:xfrm>
            <a:off x="7740868" y="4538766"/>
            <a:ext cx="1690168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payment transfer system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7534344" y="4795140"/>
            <a:ext cx="99701" cy="132935"/>
          </a:xfrm>
          <a:custGeom>
            <a:avLst/>
            <a:gdLst/>
            <a:ahLst/>
            <a:cxnLst/>
            <a:rect l="l" t="t" r="r" b="b"/>
            <a:pathLst>
              <a:path w="99701" h="132935">
                <a:moveTo>
                  <a:pt x="14306" y="19057"/>
                </a:moveTo>
                <a:cubicBezTo>
                  <a:pt x="11061" y="15812"/>
                  <a:pt x="5790" y="15812"/>
                  <a:pt x="2544" y="19057"/>
                </a:cubicBezTo>
                <a:cubicBezTo>
                  <a:pt x="-701" y="22303"/>
                  <a:pt x="-701" y="27574"/>
                  <a:pt x="2544" y="30819"/>
                </a:cubicBezTo>
                <a:lnTo>
                  <a:pt x="38219" y="66467"/>
                </a:lnTo>
                <a:lnTo>
                  <a:pt x="2570" y="102142"/>
                </a:lnTo>
                <a:cubicBezTo>
                  <a:pt x="-675" y="105387"/>
                  <a:pt x="-675" y="110658"/>
                  <a:pt x="2570" y="113903"/>
                </a:cubicBezTo>
                <a:cubicBezTo>
                  <a:pt x="5816" y="117149"/>
                  <a:pt x="11087" y="117149"/>
                  <a:pt x="14332" y="113903"/>
                </a:cubicBezTo>
                <a:lnTo>
                  <a:pt x="49980" y="78229"/>
                </a:lnTo>
                <a:lnTo>
                  <a:pt x="85655" y="113877"/>
                </a:lnTo>
                <a:cubicBezTo>
                  <a:pt x="88900" y="117123"/>
                  <a:pt x="94171" y="117123"/>
                  <a:pt x="97416" y="113877"/>
                </a:cubicBezTo>
                <a:cubicBezTo>
                  <a:pt x="100662" y="110632"/>
                  <a:pt x="100662" y="105361"/>
                  <a:pt x="97416" y="102116"/>
                </a:cubicBezTo>
                <a:lnTo>
                  <a:pt x="61742" y="66467"/>
                </a:lnTo>
                <a:lnTo>
                  <a:pt x="97390" y="30793"/>
                </a:lnTo>
                <a:cubicBezTo>
                  <a:pt x="100636" y="27548"/>
                  <a:pt x="100636" y="22277"/>
                  <a:pt x="97390" y="19031"/>
                </a:cubicBezTo>
                <a:cubicBezTo>
                  <a:pt x="94145" y="15786"/>
                  <a:pt x="88874" y="15786"/>
                  <a:pt x="85629" y="19031"/>
                </a:cubicBezTo>
                <a:lnTo>
                  <a:pt x="49980" y="54706"/>
                </a:lnTo>
                <a:lnTo>
                  <a:pt x="14306" y="19057"/>
                </a:ln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51" name="Text 49"/>
          <p:cNvSpPr/>
          <p:nvPr/>
        </p:nvSpPr>
        <p:spPr>
          <a:xfrm>
            <a:off x="7740868" y="4766654"/>
            <a:ext cx="1158430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tax calculations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7534344" y="5023028"/>
            <a:ext cx="99701" cy="132935"/>
          </a:xfrm>
          <a:custGeom>
            <a:avLst/>
            <a:gdLst/>
            <a:ahLst/>
            <a:cxnLst/>
            <a:rect l="l" t="t" r="r" b="b"/>
            <a:pathLst>
              <a:path w="99701" h="132935">
                <a:moveTo>
                  <a:pt x="14306" y="19057"/>
                </a:moveTo>
                <a:cubicBezTo>
                  <a:pt x="11061" y="15812"/>
                  <a:pt x="5790" y="15812"/>
                  <a:pt x="2544" y="19057"/>
                </a:cubicBezTo>
                <a:cubicBezTo>
                  <a:pt x="-701" y="22303"/>
                  <a:pt x="-701" y="27574"/>
                  <a:pt x="2544" y="30819"/>
                </a:cubicBezTo>
                <a:lnTo>
                  <a:pt x="38219" y="66467"/>
                </a:lnTo>
                <a:lnTo>
                  <a:pt x="2570" y="102142"/>
                </a:lnTo>
                <a:cubicBezTo>
                  <a:pt x="-675" y="105387"/>
                  <a:pt x="-675" y="110658"/>
                  <a:pt x="2570" y="113903"/>
                </a:cubicBezTo>
                <a:cubicBezTo>
                  <a:pt x="5816" y="117149"/>
                  <a:pt x="11087" y="117149"/>
                  <a:pt x="14332" y="113903"/>
                </a:cubicBezTo>
                <a:lnTo>
                  <a:pt x="49980" y="78229"/>
                </a:lnTo>
                <a:lnTo>
                  <a:pt x="85655" y="113877"/>
                </a:lnTo>
                <a:cubicBezTo>
                  <a:pt x="88900" y="117123"/>
                  <a:pt x="94171" y="117123"/>
                  <a:pt x="97416" y="113877"/>
                </a:cubicBezTo>
                <a:cubicBezTo>
                  <a:pt x="100662" y="110632"/>
                  <a:pt x="100662" y="105361"/>
                  <a:pt x="97416" y="102116"/>
                </a:cubicBezTo>
                <a:lnTo>
                  <a:pt x="61742" y="66467"/>
                </a:lnTo>
                <a:lnTo>
                  <a:pt x="97390" y="30793"/>
                </a:lnTo>
                <a:cubicBezTo>
                  <a:pt x="100636" y="27548"/>
                  <a:pt x="100636" y="22277"/>
                  <a:pt x="97390" y="19031"/>
                </a:cubicBezTo>
                <a:cubicBezTo>
                  <a:pt x="94145" y="15786"/>
                  <a:pt x="88874" y="15786"/>
                  <a:pt x="85629" y="19031"/>
                </a:cubicBezTo>
                <a:lnTo>
                  <a:pt x="49980" y="54706"/>
                </a:lnTo>
                <a:lnTo>
                  <a:pt x="14306" y="19057"/>
                </a:ln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53" name="Text 51"/>
          <p:cNvSpPr/>
          <p:nvPr/>
        </p:nvSpPr>
        <p:spPr>
          <a:xfrm>
            <a:off x="7740868" y="4994542"/>
            <a:ext cx="1338841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Single user usage only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7327821" y="5469308"/>
            <a:ext cx="4481794" cy="1386318"/>
          </a:xfrm>
          <a:custGeom>
            <a:avLst/>
            <a:gdLst/>
            <a:ahLst/>
            <a:cxnLst/>
            <a:rect l="l" t="t" r="r" b="b"/>
            <a:pathLst>
              <a:path w="4481794" h="1386318">
                <a:moveTo>
                  <a:pt x="113941" y="0"/>
                </a:moveTo>
                <a:lnTo>
                  <a:pt x="4367853" y="0"/>
                </a:lnTo>
                <a:cubicBezTo>
                  <a:pt x="4430781" y="0"/>
                  <a:pt x="4481794" y="51013"/>
                  <a:pt x="4481794" y="113941"/>
                </a:cubicBezTo>
                <a:lnTo>
                  <a:pt x="4481794" y="1272376"/>
                </a:lnTo>
                <a:cubicBezTo>
                  <a:pt x="4481794" y="1335304"/>
                  <a:pt x="4430781" y="1386318"/>
                  <a:pt x="4367853" y="1386318"/>
                </a:cubicBezTo>
                <a:lnTo>
                  <a:pt x="113941" y="1386318"/>
                </a:lnTo>
                <a:cubicBezTo>
                  <a:pt x="51013" y="1386318"/>
                  <a:pt x="0" y="1335304"/>
                  <a:pt x="0" y="1272376"/>
                </a:cubicBezTo>
                <a:lnTo>
                  <a:pt x="0" y="113941"/>
                </a:lnTo>
                <a:cubicBezTo>
                  <a:pt x="0" y="51013"/>
                  <a:pt x="51013" y="0"/>
                  <a:pt x="113941" y="0"/>
                </a:cubicBezTo>
                <a:close/>
              </a:path>
            </a:pathLst>
          </a:custGeom>
          <a:gradFill rotWithShape="1" flip="none">
            <a:gsLst>
              <a:gs pos="0">
                <a:srgbClr val="10B981"/>
              </a:gs>
              <a:gs pos="100000">
                <a:srgbClr val="059669"/>
              </a:gs>
            </a:gsLst>
            <a:lin ang="2700000" scaled="1"/>
          </a:gradFill>
          <a:ln/>
        </p:spPr>
      </p:sp>
      <p:sp>
        <p:nvSpPr>
          <p:cNvPr id="55" name="Shape 53"/>
          <p:cNvSpPr/>
          <p:nvPr/>
        </p:nvSpPr>
        <p:spPr>
          <a:xfrm>
            <a:off x="7482120" y="5668710"/>
            <a:ext cx="213645" cy="170916"/>
          </a:xfrm>
          <a:custGeom>
            <a:avLst/>
            <a:gdLst/>
            <a:ahLst/>
            <a:cxnLst/>
            <a:rect l="l" t="t" r="r" b="b"/>
            <a:pathLst>
              <a:path w="213645" h="170916">
                <a:moveTo>
                  <a:pt x="106822" y="5341"/>
                </a:moveTo>
                <a:cubicBezTo>
                  <a:pt x="125983" y="5341"/>
                  <a:pt x="141540" y="20897"/>
                  <a:pt x="141540" y="40058"/>
                </a:cubicBezTo>
                <a:cubicBezTo>
                  <a:pt x="141540" y="59219"/>
                  <a:pt x="125983" y="74776"/>
                  <a:pt x="106822" y="74776"/>
                </a:cubicBezTo>
                <a:cubicBezTo>
                  <a:pt x="87661" y="74776"/>
                  <a:pt x="72105" y="59219"/>
                  <a:pt x="72105" y="40058"/>
                </a:cubicBezTo>
                <a:cubicBezTo>
                  <a:pt x="72105" y="20897"/>
                  <a:pt x="87661" y="5341"/>
                  <a:pt x="106822" y="5341"/>
                </a:cubicBezTo>
                <a:close/>
                <a:moveTo>
                  <a:pt x="32047" y="29376"/>
                </a:moveTo>
                <a:cubicBezTo>
                  <a:pt x="45312" y="29376"/>
                  <a:pt x="56082" y="40146"/>
                  <a:pt x="56082" y="53411"/>
                </a:cubicBezTo>
                <a:cubicBezTo>
                  <a:pt x="56082" y="66677"/>
                  <a:pt x="45312" y="77446"/>
                  <a:pt x="32047" y="77446"/>
                </a:cubicBezTo>
                <a:cubicBezTo>
                  <a:pt x="18781" y="77446"/>
                  <a:pt x="8012" y="66677"/>
                  <a:pt x="8012" y="53411"/>
                </a:cubicBezTo>
                <a:cubicBezTo>
                  <a:pt x="8012" y="40146"/>
                  <a:pt x="18781" y="29376"/>
                  <a:pt x="32047" y="29376"/>
                </a:cubicBezTo>
                <a:close/>
                <a:moveTo>
                  <a:pt x="0" y="138869"/>
                </a:moveTo>
                <a:cubicBezTo>
                  <a:pt x="0" y="115268"/>
                  <a:pt x="19128" y="96140"/>
                  <a:pt x="42729" y="96140"/>
                </a:cubicBezTo>
                <a:cubicBezTo>
                  <a:pt x="47002" y="96140"/>
                  <a:pt x="51141" y="96774"/>
                  <a:pt x="55047" y="97943"/>
                </a:cubicBezTo>
                <a:cubicBezTo>
                  <a:pt x="44064" y="110227"/>
                  <a:pt x="37388" y="126451"/>
                  <a:pt x="37388" y="144210"/>
                </a:cubicBezTo>
                <a:lnTo>
                  <a:pt x="37388" y="149551"/>
                </a:lnTo>
                <a:cubicBezTo>
                  <a:pt x="37388" y="153357"/>
                  <a:pt x="38189" y="156962"/>
                  <a:pt x="39624" y="160234"/>
                </a:cubicBezTo>
                <a:lnTo>
                  <a:pt x="10682" y="160234"/>
                </a:lnTo>
                <a:cubicBezTo>
                  <a:pt x="4774" y="160234"/>
                  <a:pt x="0" y="155460"/>
                  <a:pt x="0" y="149551"/>
                </a:cubicBezTo>
                <a:lnTo>
                  <a:pt x="0" y="138869"/>
                </a:lnTo>
                <a:close/>
                <a:moveTo>
                  <a:pt x="174020" y="160234"/>
                </a:moveTo>
                <a:cubicBezTo>
                  <a:pt x="175456" y="156962"/>
                  <a:pt x="176257" y="153357"/>
                  <a:pt x="176257" y="149551"/>
                </a:cubicBezTo>
                <a:lnTo>
                  <a:pt x="176257" y="144210"/>
                </a:lnTo>
                <a:cubicBezTo>
                  <a:pt x="176257" y="126451"/>
                  <a:pt x="169581" y="110227"/>
                  <a:pt x="158598" y="97943"/>
                </a:cubicBezTo>
                <a:cubicBezTo>
                  <a:pt x="162504" y="96774"/>
                  <a:pt x="166643" y="96140"/>
                  <a:pt x="170916" y="96140"/>
                </a:cubicBezTo>
                <a:cubicBezTo>
                  <a:pt x="194517" y="96140"/>
                  <a:pt x="213645" y="115268"/>
                  <a:pt x="213645" y="138869"/>
                </a:cubicBezTo>
                <a:lnTo>
                  <a:pt x="213645" y="149551"/>
                </a:lnTo>
                <a:cubicBezTo>
                  <a:pt x="213645" y="155460"/>
                  <a:pt x="208871" y="160234"/>
                  <a:pt x="202963" y="160234"/>
                </a:cubicBezTo>
                <a:lnTo>
                  <a:pt x="174020" y="160234"/>
                </a:lnTo>
                <a:close/>
                <a:moveTo>
                  <a:pt x="157563" y="53411"/>
                </a:moveTo>
                <a:cubicBezTo>
                  <a:pt x="157563" y="40146"/>
                  <a:pt x="168333" y="29376"/>
                  <a:pt x="181598" y="29376"/>
                </a:cubicBezTo>
                <a:cubicBezTo>
                  <a:pt x="194863" y="29376"/>
                  <a:pt x="205633" y="40146"/>
                  <a:pt x="205633" y="53411"/>
                </a:cubicBezTo>
                <a:cubicBezTo>
                  <a:pt x="205633" y="66677"/>
                  <a:pt x="194863" y="77446"/>
                  <a:pt x="181598" y="77446"/>
                </a:cubicBezTo>
                <a:cubicBezTo>
                  <a:pt x="168333" y="77446"/>
                  <a:pt x="157563" y="66677"/>
                  <a:pt x="157563" y="53411"/>
                </a:cubicBezTo>
                <a:close/>
                <a:moveTo>
                  <a:pt x="53411" y="144210"/>
                </a:moveTo>
                <a:cubicBezTo>
                  <a:pt x="53411" y="114701"/>
                  <a:pt x="77313" y="90799"/>
                  <a:pt x="106822" y="90799"/>
                </a:cubicBezTo>
                <a:cubicBezTo>
                  <a:pt x="136332" y="90799"/>
                  <a:pt x="160234" y="114701"/>
                  <a:pt x="160234" y="144210"/>
                </a:cubicBezTo>
                <a:lnTo>
                  <a:pt x="160234" y="149551"/>
                </a:lnTo>
                <a:cubicBezTo>
                  <a:pt x="160234" y="155460"/>
                  <a:pt x="155460" y="160234"/>
                  <a:pt x="149551" y="160234"/>
                </a:cubicBezTo>
                <a:lnTo>
                  <a:pt x="64093" y="160234"/>
                </a:lnTo>
                <a:cubicBezTo>
                  <a:pt x="58185" y="160234"/>
                  <a:pt x="53411" y="155460"/>
                  <a:pt x="53411" y="149551"/>
                </a:cubicBezTo>
                <a:lnTo>
                  <a:pt x="53411" y="14421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6" name="Text 54"/>
          <p:cNvSpPr/>
          <p:nvPr/>
        </p:nvSpPr>
        <p:spPr>
          <a:xfrm>
            <a:off x="7698139" y="5621234"/>
            <a:ext cx="4045009" cy="265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Target Audience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7479746" y="5963065"/>
            <a:ext cx="4253907" cy="740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6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Individual users, especially students and personal users who need a simple, user-friendly system for managing daily expenses.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2563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Technical Architecture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Technology Stack &amp; Methodology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295400"/>
            <a:ext cx="5619750" cy="3733800"/>
          </a:xfrm>
          <a:custGeom>
            <a:avLst/>
            <a:gdLst/>
            <a:ahLst/>
            <a:cxnLst/>
            <a:rect l="l" t="t" r="r" b="b"/>
            <a:pathLst>
              <a:path w="5619750" h="3733800">
                <a:moveTo>
                  <a:pt x="152414" y="0"/>
                </a:moveTo>
                <a:lnTo>
                  <a:pt x="5467336" y="0"/>
                </a:lnTo>
                <a:cubicBezTo>
                  <a:pt x="5551512" y="0"/>
                  <a:pt x="5619750" y="68238"/>
                  <a:pt x="5619750" y="152414"/>
                </a:cubicBezTo>
                <a:lnTo>
                  <a:pt x="5619750" y="3581386"/>
                </a:lnTo>
                <a:cubicBezTo>
                  <a:pt x="5619750" y="3665562"/>
                  <a:pt x="5551512" y="3733800"/>
                  <a:pt x="5467336" y="3733800"/>
                </a:cubicBezTo>
                <a:lnTo>
                  <a:pt x="152414" y="3733800"/>
                </a:lnTo>
                <a:cubicBezTo>
                  <a:pt x="68238" y="3733800"/>
                  <a:pt x="0" y="3665562"/>
                  <a:pt x="0" y="3581386"/>
                </a:cubicBezTo>
                <a:lnTo>
                  <a:pt x="0" y="152414"/>
                </a:lnTo>
                <a:cubicBezTo>
                  <a:pt x="0" y="68294"/>
                  <a:pt x="68294" y="0"/>
                  <a:pt x="152414" y="0"/>
                </a:cubicBezTo>
                <a:close/>
              </a:path>
            </a:pathLst>
          </a:custGeom>
          <a:gradFill rotWithShape="1" flip="none">
            <a:gsLst>
              <a:gs pos="0">
                <a:srgbClr val="DBEAFE"/>
              </a:gs>
              <a:gs pos="100000">
                <a:srgbClr val="BFDBFE"/>
              </a:gs>
            </a:gsLst>
            <a:lin ang="2700000" scaled="1"/>
          </a:gradFill>
          <a:ln/>
        </p:spPr>
      </p:sp>
      <p:sp>
        <p:nvSpPr>
          <p:cNvPr id="5" name="Shape 3"/>
          <p:cNvSpPr/>
          <p:nvPr/>
        </p:nvSpPr>
        <p:spPr>
          <a:xfrm>
            <a:off x="571500" y="14859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6" name="Shape 4"/>
          <p:cNvSpPr/>
          <p:nvPr/>
        </p:nvSpPr>
        <p:spPr>
          <a:xfrm>
            <a:off x="723900" y="16383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14288"/>
                </a:moveTo>
                <a:cubicBezTo>
                  <a:pt x="12814" y="14288"/>
                  <a:pt x="0" y="27102"/>
                  <a:pt x="0" y="42863"/>
                </a:cubicBezTo>
                <a:lnTo>
                  <a:pt x="0" y="157163"/>
                </a:lnTo>
                <a:cubicBezTo>
                  <a:pt x="0" y="172923"/>
                  <a:pt x="12814" y="185738"/>
                  <a:pt x="28575" y="185738"/>
                </a:cubicBezTo>
                <a:lnTo>
                  <a:pt x="92869" y="185738"/>
                </a:lnTo>
                <a:lnTo>
                  <a:pt x="85725" y="207169"/>
                </a:lnTo>
                <a:lnTo>
                  <a:pt x="53578" y="207169"/>
                </a:lnTo>
                <a:cubicBezTo>
                  <a:pt x="47640" y="207169"/>
                  <a:pt x="42863" y="211946"/>
                  <a:pt x="42863" y="217884"/>
                </a:cubicBezTo>
                <a:cubicBezTo>
                  <a:pt x="42863" y="223823"/>
                  <a:pt x="47640" y="228600"/>
                  <a:pt x="53578" y="228600"/>
                </a:cubicBezTo>
                <a:lnTo>
                  <a:pt x="175022" y="228600"/>
                </a:lnTo>
                <a:cubicBezTo>
                  <a:pt x="180960" y="228600"/>
                  <a:pt x="185738" y="223823"/>
                  <a:pt x="185738" y="217884"/>
                </a:cubicBezTo>
                <a:cubicBezTo>
                  <a:pt x="185738" y="211946"/>
                  <a:pt x="180960" y="207169"/>
                  <a:pt x="175022" y="207169"/>
                </a:cubicBezTo>
                <a:lnTo>
                  <a:pt x="142875" y="207169"/>
                </a:lnTo>
                <a:lnTo>
                  <a:pt x="135731" y="185738"/>
                </a:lnTo>
                <a:lnTo>
                  <a:pt x="200025" y="185738"/>
                </a:lnTo>
                <a:cubicBezTo>
                  <a:pt x="215786" y="185738"/>
                  <a:pt x="228600" y="172923"/>
                  <a:pt x="228600" y="157163"/>
                </a:cubicBezTo>
                <a:lnTo>
                  <a:pt x="228600" y="42863"/>
                </a:lnTo>
                <a:cubicBezTo>
                  <a:pt x="228600" y="27102"/>
                  <a:pt x="215786" y="14288"/>
                  <a:pt x="200025" y="14288"/>
                </a:cubicBezTo>
                <a:lnTo>
                  <a:pt x="28575" y="14288"/>
                </a:lnTo>
                <a:close/>
                <a:moveTo>
                  <a:pt x="42863" y="42863"/>
                </a:moveTo>
                <a:lnTo>
                  <a:pt x="185738" y="42863"/>
                </a:lnTo>
                <a:cubicBezTo>
                  <a:pt x="193640" y="42863"/>
                  <a:pt x="200025" y="49247"/>
                  <a:pt x="200025" y="57150"/>
                </a:cubicBezTo>
                <a:lnTo>
                  <a:pt x="200025" y="128588"/>
                </a:lnTo>
                <a:cubicBezTo>
                  <a:pt x="200025" y="136490"/>
                  <a:pt x="193640" y="142875"/>
                  <a:pt x="185738" y="142875"/>
                </a:cubicBezTo>
                <a:lnTo>
                  <a:pt x="42863" y="142875"/>
                </a:lnTo>
                <a:cubicBezTo>
                  <a:pt x="34960" y="142875"/>
                  <a:pt x="28575" y="136490"/>
                  <a:pt x="28575" y="128588"/>
                </a:cubicBezTo>
                <a:lnTo>
                  <a:pt x="28575" y="57150"/>
                </a:lnTo>
                <a:cubicBezTo>
                  <a:pt x="28575" y="49247"/>
                  <a:pt x="34960" y="42863"/>
                  <a:pt x="42863" y="4286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219200" y="1581150"/>
            <a:ext cx="14192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Front-End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71500" y="2171700"/>
            <a:ext cx="5314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Handles user interface and interaction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1500" y="2552700"/>
            <a:ext cx="5238750" cy="685800"/>
          </a:xfrm>
          <a:custGeom>
            <a:avLst/>
            <a:gdLst/>
            <a:ahLst/>
            <a:cxnLst/>
            <a:rect l="l" t="t" r="r" b="b"/>
            <a:pathLst>
              <a:path w="5238750" h="685800">
                <a:moveTo>
                  <a:pt x="114302" y="0"/>
                </a:moveTo>
                <a:lnTo>
                  <a:pt x="5124448" y="0"/>
                </a:lnTo>
                <a:cubicBezTo>
                  <a:pt x="5187533" y="0"/>
                  <a:pt x="5238750" y="51217"/>
                  <a:pt x="5238750" y="114302"/>
                </a:cubicBezTo>
                <a:lnTo>
                  <a:pt x="5238750" y="571498"/>
                </a:lnTo>
                <a:cubicBezTo>
                  <a:pt x="5238750" y="634583"/>
                  <a:pt x="5187533" y="685800"/>
                  <a:pt x="5124448" y="685800"/>
                </a:cubicBezTo>
                <a:lnTo>
                  <a:pt x="114302" y="685800"/>
                </a:lnTo>
                <a:cubicBezTo>
                  <a:pt x="51217" y="685800"/>
                  <a:pt x="0" y="634583"/>
                  <a:pt x="0" y="5714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" y="27051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E34F26"/>
          </a:solidFill>
          <a:ln/>
        </p:spPr>
      </p:sp>
      <p:sp>
        <p:nvSpPr>
          <p:cNvPr id="11" name="Shape 9"/>
          <p:cNvSpPr/>
          <p:nvPr/>
        </p:nvSpPr>
        <p:spPr>
          <a:xfrm>
            <a:off x="804863" y="280035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0" y="11906"/>
                </a:moveTo>
                <a:lnTo>
                  <a:pt x="12985" y="159172"/>
                </a:lnTo>
                <a:lnTo>
                  <a:pt x="71251" y="178594"/>
                </a:lnTo>
                <a:lnTo>
                  <a:pt x="129890" y="159172"/>
                </a:lnTo>
                <a:lnTo>
                  <a:pt x="142875" y="11906"/>
                </a:lnTo>
                <a:lnTo>
                  <a:pt x="0" y="11906"/>
                </a:lnTo>
                <a:close/>
                <a:moveTo>
                  <a:pt x="114672" y="59494"/>
                </a:moveTo>
                <a:lnTo>
                  <a:pt x="46286" y="59494"/>
                </a:lnTo>
                <a:lnTo>
                  <a:pt x="47811" y="77874"/>
                </a:lnTo>
                <a:lnTo>
                  <a:pt x="113147" y="77874"/>
                </a:lnTo>
                <a:lnTo>
                  <a:pt x="108086" y="133090"/>
                </a:lnTo>
                <a:lnTo>
                  <a:pt x="71661" y="143135"/>
                </a:lnTo>
                <a:lnTo>
                  <a:pt x="71661" y="143247"/>
                </a:lnTo>
                <a:lnTo>
                  <a:pt x="71251" y="143247"/>
                </a:lnTo>
                <a:lnTo>
                  <a:pt x="34528" y="133090"/>
                </a:lnTo>
                <a:lnTo>
                  <a:pt x="32296" y="104887"/>
                </a:lnTo>
                <a:lnTo>
                  <a:pt x="50043" y="104887"/>
                </a:lnTo>
                <a:lnTo>
                  <a:pt x="51346" y="119063"/>
                </a:lnTo>
                <a:lnTo>
                  <a:pt x="71251" y="124458"/>
                </a:lnTo>
                <a:lnTo>
                  <a:pt x="91232" y="119063"/>
                </a:lnTo>
                <a:lnTo>
                  <a:pt x="93464" y="95920"/>
                </a:lnTo>
                <a:lnTo>
                  <a:pt x="31366" y="95920"/>
                </a:lnTo>
                <a:lnTo>
                  <a:pt x="26603" y="41746"/>
                </a:lnTo>
                <a:lnTo>
                  <a:pt x="116309" y="41746"/>
                </a:lnTo>
                <a:lnTo>
                  <a:pt x="114672" y="59494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1181100" y="2667000"/>
            <a:ext cx="2181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HTML5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81100" y="2933700"/>
            <a:ext cx="2162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Page structure and semantic markup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71500" y="3352800"/>
            <a:ext cx="5238750" cy="685800"/>
          </a:xfrm>
          <a:custGeom>
            <a:avLst/>
            <a:gdLst/>
            <a:ahLst/>
            <a:cxnLst/>
            <a:rect l="l" t="t" r="r" b="b"/>
            <a:pathLst>
              <a:path w="5238750" h="685800">
                <a:moveTo>
                  <a:pt x="114302" y="0"/>
                </a:moveTo>
                <a:lnTo>
                  <a:pt x="5124448" y="0"/>
                </a:lnTo>
                <a:cubicBezTo>
                  <a:pt x="5187533" y="0"/>
                  <a:pt x="5238750" y="51217"/>
                  <a:pt x="5238750" y="114302"/>
                </a:cubicBezTo>
                <a:lnTo>
                  <a:pt x="5238750" y="571498"/>
                </a:lnTo>
                <a:cubicBezTo>
                  <a:pt x="5238750" y="634583"/>
                  <a:pt x="5187533" y="685800"/>
                  <a:pt x="5124448" y="685800"/>
                </a:cubicBezTo>
                <a:lnTo>
                  <a:pt x="114302" y="685800"/>
                </a:lnTo>
                <a:cubicBezTo>
                  <a:pt x="51217" y="685800"/>
                  <a:pt x="0" y="634583"/>
                  <a:pt x="0" y="5714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685800" y="35052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572B6"/>
          </a:solidFill>
          <a:ln/>
        </p:spPr>
      </p:sp>
      <p:sp>
        <p:nvSpPr>
          <p:cNvPr id="16" name="Shape 14"/>
          <p:cNvSpPr/>
          <p:nvPr/>
        </p:nvSpPr>
        <p:spPr>
          <a:xfrm>
            <a:off x="804863" y="360045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0" y="11906"/>
                </a:moveTo>
                <a:lnTo>
                  <a:pt x="12985" y="159172"/>
                </a:lnTo>
                <a:lnTo>
                  <a:pt x="71438" y="178594"/>
                </a:lnTo>
                <a:lnTo>
                  <a:pt x="129890" y="159172"/>
                </a:lnTo>
                <a:lnTo>
                  <a:pt x="142875" y="11906"/>
                </a:lnTo>
                <a:lnTo>
                  <a:pt x="0" y="11906"/>
                </a:lnTo>
                <a:close/>
                <a:moveTo>
                  <a:pt x="116495" y="41672"/>
                </a:moveTo>
                <a:lnTo>
                  <a:pt x="114709" y="59271"/>
                </a:lnTo>
                <a:lnTo>
                  <a:pt x="71810" y="77614"/>
                </a:lnTo>
                <a:lnTo>
                  <a:pt x="71698" y="77651"/>
                </a:lnTo>
                <a:lnTo>
                  <a:pt x="113184" y="77651"/>
                </a:lnTo>
                <a:lnTo>
                  <a:pt x="108421" y="132197"/>
                </a:lnTo>
                <a:lnTo>
                  <a:pt x="71884" y="142875"/>
                </a:lnTo>
                <a:lnTo>
                  <a:pt x="35123" y="132011"/>
                </a:lnTo>
                <a:lnTo>
                  <a:pt x="32742" y="104515"/>
                </a:lnTo>
                <a:lnTo>
                  <a:pt x="50936" y="104515"/>
                </a:lnTo>
                <a:lnTo>
                  <a:pt x="52127" y="118765"/>
                </a:lnTo>
                <a:lnTo>
                  <a:pt x="71698" y="123713"/>
                </a:lnTo>
                <a:lnTo>
                  <a:pt x="92050" y="117983"/>
                </a:lnTo>
                <a:lnTo>
                  <a:pt x="93427" y="95064"/>
                </a:lnTo>
                <a:lnTo>
                  <a:pt x="31552" y="94878"/>
                </a:lnTo>
                <a:lnTo>
                  <a:pt x="31552" y="94841"/>
                </a:lnTo>
                <a:lnTo>
                  <a:pt x="31477" y="94878"/>
                </a:lnTo>
                <a:lnTo>
                  <a:pt x="30138" y="77651"/>
                </a:lnTo>
                <a:lnTo>
                  <a:pt x="71847" y="60275"/>
                </a:lnTo>
                <a:lnTo>
                  <a:pt x="74265" y="59271"/>
                </a:lnTo>
                <a:lnTo>
                  <a:pt x="28538" y="59271"/>
                </a:lnTo>
                <a:lnTo>
                  <a:pt x="26380" y="41672"/>
                </a:lnTo>
                <a:lnTo>
                  <a:pt x="116495" y="4167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1181100" y="3467100"/>
            <a:ext cx="2247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CSS3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1100" y="3733800"/>
            <a:ext cx="2228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Design, layout, and responsive styling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71500" y="4152900"/>
            <a:ext cx="5238750" cy="685800"/>
          </a:xfrm>
          <a:custGeom>
            <a:avLst/>
            <a:gdLst/>
            <a:ahLst/>
            <a:cxnLst/>
            <a:rect l="l" t="t" r="r" b="b"/>
            <a:pathLst>
              <a:path w="5238750" h="685800">
                <a:moveTo>
                  <a:pt x="114302" y="0"/>
                </a:moveTo>
                <a:lnTo>
                  <a:pt x="5124448" y="0"/>
                </a:lnTo>
                <a:cubicBezTo>
                  <a:pt x="5187533" y="0"/>
                  <a:pt x="5238750" y="51217"/>
                  <a:pt x="5238750" y="114302"/>
                </a:cubicBezTo>
                <a:lnTo>
                  <a:pt x="5238750" y="571498"/>
                </a:lnTo>
                <a:cubicBezTo>
                  <a:pt x="5238750" y="634583"/>
                  <a:pt x="5187533" y="685800"/>
                  <a:pt x="5124448" y="685800"/>
                </a:cubicBezTo>
                <a:lnTo>
                  <a:pt x="114302" y="685800"/>
                </a:lnTo>
                <a:cubicBezTo>
                  <a:pt x="51217" y="685800"/>
                  <a:pt x="0" y="634583"/>
                  <a:pt x="0" y="5714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685800" y="43053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7DF1E"/>
          </a:solidFill>
          <a:ln/>
        </p:spPr>
      </p:sp>
      <p:sp>
        <p:nvSpPr>
          <p:cNvPr id="21" name="Shape 19"/>
          <p:cNvSpPr/>
          <p:nvPr/>
        </p:nvSpPr>
        <p:spPr>
          <a:xfrm>
            <a:off x="792956" y="44005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0" y="11906"/>
                </a:moveTo>
                <a:lnTo>
                  <a:pt x="0" y="178594"/>
                </a:lnTo>
                <a:lnTo>
                  <a:pt x="166688" y="178594"/>
                </a:lnTo>
                <a:lnTo>
                  <a:pt x="166688" y="11906"/>
                </a:lnTo>
                <a:lnTo>
                  <a:pt x="0" y="11906"/>
                </a:lnTo>
                <a:close/>
                <a:moveTo>
                  <a:pt x="90711" y="141908"/>
                </a:moveTo>
                <a:cubicBezTo>
                  <a:pt x="90711" y="158130"/>
                  <a:pt x="81186" y="165534"/>
                  <a:pt x="67308" y="165534"/>
                </a:cubicBezTo>
                <a:cubicBezTo>
                  <a:pt x="54769" y="165534"/>
                  <a:pt x="47513" y="159060"/>
                  <a:pt x="43793" y="151209"/>
                </a:cubicBezTo>
                <a:lnTo>
                  <a:pt x="56555" y="143508"/>
                </a:lnTo>
                <a:cubicBezTo>
                  <a:pt x="59010" y="147861"/>
                  <a:pt x="61243" y="151544"/>
                  <a:pt x="66638" y="151544"/>
                </a:cubicBezTo>
                <a:cubicBezTo>
                  <a:pt x="71772" y="151544"/>
                  <a:pt x="75047" y="149535"/>
                  <a:pt x="75047" y="141684"/>
                </a:cubicBezTo>
                <a:lnTo>
                  <a:pt x="75047" y="88441"/>
                </a:lnTo>
                <a:lnTo>
                  <a:pt x="90711" y="88441"/>
                </a:lnTo>
                <a:lnTo>
                  <a:pt x="90711" y="141908"/>
                </a:lnTo>
                <a:close/>
                <a:moveTo>
                  <a:pt x="127769" y="165534"/>
                </a:moveTo>
                <a:cubicBezTo>
                  <a:pt x="113221" y="165534"/>
                  <a:pt x="103808" y="158614"/>
                  <a:pt x="99231" y="149535"/>
                </a:cubicBezTo>
                <a:lnTo>
                  <a:pt x="111993" y="142168"/>
                </a:lnTo>
                <a:cubicBezTo>
                  <a:pt x="115342" y="147638"/>
                  <a:pt x="119732" y="151693"/>
                  <a:pt x="127434" y="151693"/>
                </a:cubicBezTo>
                <a:cubicBezTo>
                  <a:pt x="133908" y="151693"/>
                  <a:pt x="138075" y="148456"/>
                  <a:pt x="138075" y="143954"/>
                </a:cubicBezTo>
                <a:cubicBezTo>
                  <a:pt x="138075" y="138596"/>
                  <a:pt x="133834" y="136699"/>
                  <a:pt x="126653" y="133536"/>
                </a:cubicBezTo>
                <a:lnTo>
                  <a:pt x="122746" y="131862"/>
                </a:lnTo>
                <a:cubicBezTo>
                  <a:pt x="111435" y="127062"/>
                  <a:pt x="103956" y="120997"/>
                  <a:pt x="103956" y="108235"/>
                </a:cubicBezTo>
                <a:cubicBezTo>
                  <a:pt x="103956" y="96478"/>
                  <a:pt x="112923" y="87548"/>
                  <a:pt x="126876" y="87548"/>
                </a:cubicBezTo>
                <a:cubicBezTo>
                  <a:pt x="136847" y="87548"/>
                  <a:pt x="143991" y="91008"/>
                  <a:pt x="149126" y="100087"/>
                </a:cubicBezTo>
                <a:lnTo>
                  <a:pt x="136922" y="107900"/>
                </a:lnTo>
                <a:cubicBezTo>
                  <a:pt x="134243" y="103101"/>
                  <a:pt x="131341" y="101203"/>
                  <a:pt x="126839" y="101203"/>
                </a:cubicBezTo>
                <a:cubicBezTo>
                  <a:pt x="122262" y="101203"/>
                  <a:pt x="119360" y="104105"/>
                  <a:pt x="119360" y="107900"/>
                </a:cubicBezTo>
                <a:cubicBezTo>
                  <a:pt x="119360" y="112588"/>
                  <a:pt x="122262" y="114486"/>
                  <a:pt x="128997" y="117425"/>
                </a:cubicBezTo>
                <a:lnTo>
                  <a:pt x="132904" y="119100"/>
                </a:lnTo>
                <a:cubicBezTo>
                  <a:pt x="146224" y="124792"/>
                  <a:pt x="153702" y="130634"/>
                  <a:pt x="153702" y="143731"/>
                </a:cubicBezTo>
                <a:cubicBezTo>
                  <a:pt x="153702" y="157795"/>
                  <a:pt x="142615" y="165534"/>
                  <a:pt x="127769" y="165534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22" name="Text 20"/>
          <p:cNvSpPr/>
          <p:nvPr/>
        </p:nvSpPr>
        <p:spPr>
          <a:xfrm>
            <a:off x="1181100" y="4267200"/>
            <a:ext cx="2247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JavaScript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81100" y="4533900"/>
            <a:ext cx="2228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Form validation and interactive charts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191250" y="1295400"/>
            <a:ext cx="5619750" cy="3733800"/>
          </a:xfrm>
          <a:custGeom>
            <a:avLst/>
            <a:gdLst/>
            <a:ahLst/>
            <a:cxnLst/>
            <a:rect l="l" t="t" r="r" b="b"/>
            <a:pathLst>
              <a:path w="5619750" h="3733800">
                <a:moveTo>
                  <a:pt x="152414" y="0"/>
                </a:moveTo>
                <a:lnTo>
                  <a:pt x="5467336" y="0"/>
                </a:lnTo>
                <a:cubicBezTo>
                  <a:pt x="5551512" y="0"/>
                  <a:pt x="5619750" y="68238"/>
                  <a:pt x="5619750" y="152414"/>
                </a:cubicBezTo>
                <a:lnTo>
                  <a:pt x="5619750" y="3581386"/>
                </a:lnTo>
                <a:cubicBezTo>
                  <a:pt x="5619750" y="3665562"/>
                  <a:pt x="5551512" y="3733800"/>
                  <a:pt x="5467336" y="3733800"/>
                </a:cubicBezTo>
                <a:lnTo>
                  <a:pt x="152414" y="3733800"/>
                </a:lnTo>
                <a:cubicBezTo>
                  <a:pt x="68238" y="3733800"/>
                  <a:pt x="0" y="3665562"/>
                  <a:pt x="0" y="3581386"/>
                </a:cubicBezTo>
                <a:lnTo>
                  <a:pt x="0" y="152414"/>
                </a:lnTo>
                <a:cubicBezTo>
                  <a:pt x="0" y="68294"/>
                  <a:pt x="68294" y="0"/>
                  <a:pt x="152414" y="0"/>
                </a:cubicBezTo>
                <a:close/>
              </a:path>
            </a:pathLst>
          </a:custGeom>
          <a:gradFill rotWithShape="1" flip="none">
            <a:gsLst>
              <a:gs pos="0">
                <a:srgbClr val="D1FAE5"/>
              </a:gs>
              <a:gs pos="100000">
                <a:srgbClr val="A7F3D0"/>
              </a:gs>
            </a:gsLst>
            <a:lin ang="2700000" scaled="1"/>
          </a:gradFill>
          <a:ln/>
        </p:spPr>
      </p:sp>
      <p:sp>
        <p:nvSpPr>
          <p:cNvPr id="25" name="Shape 23"/>
          <p:cNvSpPr/>
          <p:nvPr/>
        </p:nvSpPr>
        <p:spPr>
          <a:xfrm>
            <a:off x="6381750" y="14859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6" name="Shape 24"/>
          <p:cNvSpPr/>
          <p:nvPr/>
        </p:nvSpPr>
        <p:spPr>
          <a:xfrm>
            <a:off x="6548438" y="16383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8575" y="14288"/>
                </a:moveTo>
                <a:cubicBezTo>
                  <a:pt x="12814" y="14288"/>
                  <a:pt x="0" y="27102"/>
                  <a:pt x="0" y="42863"/>
                </a:cubicBezTo>
                <a:lnTo>
                  <a:pt x="0" y="71438"/>
                </a:lnTo>
                <a:cubicBezTo>
                  <a:pt x="0" y="87198"/>
                  <a:pt x="12814" y="100013"/>
                  <a:pt x="28575" y="100013"/>
                </a:cubicBezTo>
                <a:lnTo>
                  <a:pt x="171450" y="100013"/>
                </a:lnTo>
                <a:cubicBezTo>
                  <a:pt x="187211" y="100013"/>
                  <a:pt x="200025" y="87198"/>
                  <a:pt x="200025" y="71438"/>
                </a:cubicBezTo>
                <a:lnTo>
                  <a:pt x="200025" y="42863"/>
                </a:lnTo>
                <a:cubicBezTo>
                  <a:pt x="200025" y="27102"/>
                  <a:pt x="187211" y="14288"/>
                  <a:pt x="171450" y="14288"/>
                </a:cubicBezTo>
                <a:lnTo>
                  <a:pt x="28575" y="14288"/>
                </a:lnTo>
                <a:close/>
                <a:moveTo>
                  <a:pt x="125016" y="46434"/>
                </a:moveTo>
                <a:cubicBezTo>
                  <a:pt x="130930" y="46434"/>
                  <a:pt x="135731" y="51236"/>
                  <a:pt x="135731" y="57150"/>
                </a:cubicBezTo>
                <a:cubicBezTo>
                  <a:pt x="135731" y="63064"/>
                  <a:pt x="130930" y="67866"/>
                  <a:pt x="125016" y="67866"/>
                </a:cubicBezTo>
                <a:cubicBezTo>
                  <a:pt x="119102" y="67866"/>
                  <a:pt x="114300" y="63064"/>
                  <a:pt x="114300" y="57150"/>
                </a:cubicBezTo>
                <a:cubicBezTo>
                  <a:pt x="114300" y="51236"/>
                  <a:pt x="119102" y="46434"/>
                  <a:pt x="125016" y="46434"/>
                </a:cubicBezTo>
                <a:close/>
                <a:moveTo>
                  <a:pt x="150019" y="57150"/>
                </a:moveTo>
                <a:cubicBezTo>
                  <a:pt x="150019" y="51236"/>
                  <a:pt x="154820" y="46434"/>
                  <a:pt x="160734" y="46434"/>
                </a:cubicBezTo>
                <a:cubicBezTo>
                  <a:pt x="166648" y="46434"/>
                  <a:pt x="171450" y="51236"/>
                  <a:pt x="171450" y="57150"/>
                </a:cubicBezTo>
                <a:cubicBezTo>
                  <a:pt x="171450" y="63064"/>
                  <a:pt x="166648" y="67866"/>
                  <a:pt x="160734" y="67866"/>
                </a:cubicBezTo>
                <a:cubicBezTo>
                  <a:pt x="154820" y="67866"/>
                  <a:pt x="150019" y="63064"/>
                  <a:pt x="150019" y="57150"/>
                </a:cubicBezTo>
                <a:close/>
                <a:moveTo>
                  <a:pt x="28575" y="128588"/>
                </a:moveTo>
                <a:cubicBezTo>
                  <a:pt x="12814" y="128588"/>
                  <a:pt x="0" y="141402"/>
                  <a:pt x="0" y="157163"/>
                </a:cubicBezTo>
                <a:lnTo>
                  <a:pt x="0" y="185738"/>
                </a:lnTo>
                <a:cubicBezTo>
                  <a:pt x="0" y="201498"/>
                  <a:pt x="12814" y="214313"/>
                  <a:pt x="28575" y="214313"/>
                </a:cubicBezTo>
                <a:lnTo>
                  <a:pt x="171450" y="214313"/>
                </a:lnTo>
                <a:cubicBezTo>
                  <a:pt x="187211" y="214313"/>
                  <a:pt x="200025" y="201498"/>
                  <a:pt x="200025" y="185738"/>
                </a:cubicBezTo>
                <a:lnTo>
                  <a:pt x="200025" y="157163"/>
                </a:lnTo>
                <a:cubicBezTo>
                  <a:pt x="200025" y="141402"/>
                  <a:pt x="187211" y="128588"/>
                  <a:pt x="171450" y="128588"/>
                </a:cubicBezTo>
                <a:lnTo>
                  <a:pt x="28575" y="128588"/>
                </a:lnTo>
                <a:close/>
                <a:moveTo>
                  <a:pt x="125016" y="160734"/>
                </a:moveTo>
                <a:cubicBezTo>
                  <a:pt x="130930" y="160734"/>
                  <a:pt x="135731" y="165536"/>
                  <a:pt x="135731" y="171450"/>
                </a:cubicBezTo>
                <a:cubicBezTo>
                  <a:pt x="135731" y="177364"/>
                  <a:pt x="130930" y="182166"/>
                  <a:pt x="125016" y="182166"/>
                </a:cubicBezTo>
                <a:cubicBezTo>
                  <a:pt x="119102" y="182166"/>
                  <a:pt x="114300" y="177364"/>
                  <a:pt x="114300" y="171450"/>
                </a:cubicBezTo>
                <a:cubicBezTo>
                  <a:pt x="114300" y="165536"/>
                  <a:pt x="119102" y="160734"/>
                  <a:pt x="125016" y="160734"/>
                </a:cubicBezTo>
                <a:close/>
                <a:moveTo>
                  <a:pt x="150019" y="171450"/>
                </a:moveTo>
                <a:cubicBezTo>
                  <a:pt x="150019" y="165536"/>
                  <a:pt x="154820" y="160734"/>
                  <a:pt x="160734" y="160734"/>
                </a:cubicBezTo>
                <a:cubicBezTo>
                  <a:pt x="166648" y="160734"/>
                  <a:pt x="171450" y="165536"/>
                  <a:pt x="171450" y="171450"/>
                </a:cubicBezTo>
                <a:cubicBezTo>
                  <a:pt x="171450" y="177364"/>
                  <a:pt x="166648" y="182166"/>
                  <a:pt x="160734" y="182166"/>
                </a:cubicBezTo>
                <a:cubicBezTo>
                  <a:pt x="154820" y="182166"/>
                  <a:pt x="150019" y="177364"/>
                  <a:pt x="150019" y="17145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7029450" y="1581150"/>
            <a:ext cx="1371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Back-End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381750" y="2171700"/>
            <a:ext cx="5314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Handles processing and data storage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381750" y="2552700"/>
            <a:ext cx="5238750" cy="685800"/>
          </a:xfrm>
          <a:custGeom>
            <a:avLst/>
            <a:gdLst/>
            <a:ahLst/>
            <a:cxnLst/>
            <a:rect l="l" t="t" r="r" b="b"/>
            <a:pathLst>
              <a:path w="5238750" h="685800">
                <a:moveTo>
                  <a:pt x="114302" y="0"/>
                </a:moveTo>
                <a:lnTo>
                  <a:pt x="5124448" y="0"/>
                </a:lnTo>
                <a:cubicBezTo>
                  <a:pt x="5187533" y="0"/>
                  <a:pt x="5238750" y="51217"/>
                  <a:pt x="5238750" y="114302"/>
                </a:cubicBezTo>
                <a:lnTo>
                  <a:pt x="5238750" y="571498"/>
                </a:lnTo>
                <a:cubicBezTo>
                  <a:pt x="5238750" y="634583"/>
                  <a:pt x="5187533" y="685800"/>
                  <a:pt x="5124448" y="685800"/>
                </a:cubicBezTo>
                <a:lnTo>
                  <a:pt x="114302" y="685800"/>
                </a:lnTo>
                <a:cubicBezTo>
                  <a:pt x="51217" y="685800"/>
                  <a:pt x="0" y="634583"/>
                  <a:pt x="0" y="5714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6496050" y="27051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777BB4"/>
          </a:solidFill>
          <a:ln/>
        </p:spPr>
      </p:sp>
      <p:sp>
        <p:nvSpPr>
          <p:cNvPr id="31" name="Shape 29"/>
          <p:cNvSpPr/>
          <p:nvPr/>
        </p:nvSpPr>
        <p:spPr>
          <a:xfrm>
            <a:off x="6567488" y="280035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19063" y="38881"/>
                </a:moveTo>
                <a:cubicBezTo>
                  <a:pt x="182835" y="38881"/>
                  <a:pt x="231874" y="65745"/>
                  <a:pt x="231874" y="95250"/>
                </a:cubicBezTo>
                <a:cubicBezTo>
                  <a:pt x="231874" y="124755"/>
                  <a:pt x="182798" y="151619"/>
                  <a:pt x="119063" y="151619"/>
                </a:cubicBezTo>
                <a:cubicBezTo>
                  <a:pt x="55290" y="151619"/>
                  <a:pt x="6251" y="124755"/>
                  <a:pt x="6251" y="95250"/>
                </a:cubicBezTo>
                <a:cubicBezTo>
                  <a:pt x="6251" y="65745"/>
                  <a:pt x="55327" y="38881"/>
                  <a:pt x="119063" y="38881"/>
                </a:cubicBezTo>
                <a:close/>
                <a:moveTo>
                  <a:pt x="119063" y="32631"/>
                </a:moveTo>
                <a:cubicBezTo>
                  <a:pt x="53318" y="32631"/>
                  <a:pt x="0" y="60647"/>
                  <a:pt x="0" y="95250"/>
                </a:cubicBezTo>
                <a:cubicBezTo>
                  <a:pt x="0" y="129853"/>
                  <a:pt x="53318" y="157869"/>
                  <a:pt x="119063" y="157869"/>
                </a:cubicBezTo>
                <a:cubicBezTo>
                  <a:pt x="184807" y="157869"/>
                  <a:pt x="238125" y="129853"/>
                  <a:pt x="238125" y="95250"/>
                </a:cubicBezTo>
                <a:cubicBezTo>
                  <a:pt x="238125" y="60647"/>
                  <a:pt x="184807" y="32631"/>
                  <a:pt x="119063" y="32631"/>
                </a:cubicBezTo>
                <a:close/>
                <a:moveTo>
                  <a:pt x="81186" y="90227"/>
                </a:moveTo>
                <a:cubicBezTo>
                  <a:pt x="78246" y="105296"/>
                  <a:pt x="67866" y="103733"/>
                  <a:pt x="55104" y="103733"/>
                </a:cubicBezTo>
                <a:lnTo>
                  <a:pt x="60201" y="77465"/>
                </a:lnTo>
                <a:cubicBezTo>
                  <a:pt x="74340" y="77465"/>
                  <a:pt x="83939" y="75940"/>
                  <a:pt x="81186" y="90227"/>
                </a:cubicBezTo>
                <a:close/>
                <a:moveTo>
                  <a:pt x="36240" y="130336"/>
                </a:moveTo>
                <a:lnTo>
                  <a:pt x="49895" y="130336"/>
                </a:lnTo>
                <a:lnTo>
                  <a:pt x="53132" y="113667"/>
                </a:lnTo>
                <a:cubicBezTo>
                  <a:pt x="68424" y="113667"/>
                  <a:pt x="77912" y="114784"/>
                  <a:pt x="86692" y="106561"/>
                </a:cubicBezTo>
                <a:cubicBezTo>
                  <a:pt x="96403" y="97631"/>
                  <a:pt x="98933" y="81744"/>
                  <a:pt x="92013" y="73782"/>
                </a:cubicBezTo>
                <a:cubicBezTo>
                  <a:pt x="88404" y="69614"/>
                  <a:pt x="82600" y="67568"/>
                  <a:pt x="74712" y="67568"/>
                </a:cubicBezTo>
                <a:lnTo>
                  <a:pt x="48406" y="67568"/>
                </a:lnTo>
                <a:lnTo>
                  <a:pt x="36240" y="130336"/>
                </a:lnTo>
                <a:close/>
                <a:moveTo>
                  <a:pt x="105333" y="50862"/>
                </a:moveTo>
                <a:lnTo>
                  <a:pt x="118914" y="50862"/>
                </a:lnTo>
                <a:lnTo>
                  <a:pt x="115677" y="67531"/>
                </a:lnTo>
                <a:cubicBezTo>
                  <a:pt x="127397" y="67531"/>
                  <a:pt x="138261" y="66675"/>
                  <a:pt x="143508" y="71512"/>
                </a:cubicBezTo>
                <a:cubicBezTo>
                  <a:pt x="149014" y="76572"/>
                  <a:pt x="146372" y="83046"/>
                  <a:pt x="140419" y="113593"/>
                </a:cubicBezTo>
                <a:lnTo>
                  <a:pt x="126653" y="113593"/>
                </a:lnTo>
                <a:cubicBezTo>
                  <a:pt x="132383" y="84051"/>
                  <a:pt x="133462" y="81595"/>
                  <a:pt x="131378" y="79363"/>
                </a:cubicBezTo>
                <a:cubicBezTo>
                  <a:pt x="129369" y="77205"/>
                  <a:pt x="124792" y="77651"/>
                  <a:pt x="113742" y="77651"/>
                </a:cubicBezTo>
                <a:lnTo>
                  <a:pt x="106747" y="113593"/>
                </a:lnTo>
                <a:lnTo>
                  <a:pt x="93166" y="113593"/>
                </a:lnTo>
                <a:lnTo>
                  <a:pt x="105333" y="50862"/>
                </a:lnTo>
                <a:close/>
                <a:moveTo>
                  <a:pt x="187896" y="90227"/>
                </a:moveTo>
                <a:cubicBezTo>
                  <a:pt x="184919" y="105519"/>
                  <a:pt x="174241" y="103733"/>
                  <a:pt x="161813" y="103733"/>
                </a:cubicBezTo>
                <a:lnTo>
                  <a:pt x="166911" y="77465"/>
                </a:lnTo>
                <a:cubicBezTo>
                  <a:pt x="181124" y="77465"/>
                  <a:pt x="190649" y="75940"/>
                  <a:pt x="187896" y="90227"/>
                </a:cubicBezTo>
                <a:close/>
                <a:moveTo>
                  <a:pt x="142949" y="130336"/>
                </a:moveTo>
                <a:lnTo>
                  <a:pt x="156642" y="130336"/>
                </a:lnTo>
                <a:lnTo>
                  <a:pt x="159879" y="113667"/>
                </a:lnTo>
                <a:cubicBezTo>
                  <a:pt x="175952" y="113667"/>
                  <a:pt x="184845" y="114598"/>
                  <a:pt x="193439" y="106561"/>
                </a:cubicBezTo>
                <a:cubicBezTo>
                  <a:pt x="203150" y="97631"/>
                  <a:pt x="205680" y="81744"/>
                  <a:pt x="198760" y="73782"/>
                </a:cubicBezTo>
                <a:cubicBezTo>
                  <a:pt x="195151" y="69614"/>
                  <a:pt x="189347" y="67568"/>
                  <a:pt x="181459" y="67568"/>
                </a:cubicBezTo>
                <a:lnTo>
                  <a:pt x="155153" y="67568"/>
                </a:lnTo>
                <a:lnTo>
                  <a:pt x="142949" y="130336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6991350" y="2667000"/>
            <a:ext cx="2152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PHP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991350" y="2933700"/>
            <a:ext cx="2133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Server-side logic and business rules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381750" y="3352800"/>
            <a:ext cx="5238750" cy="685800"/>
          </a:xfrm>
          <a:custGeom>
            <a:avLst/>
            <a:gdLst/>
            <a:ahLst/>
            <a:cxnLst/>
            <a:rect l="l" t="t" r="r" b="b"/>
            <a:pathLst>
              <a:path w="5238750" h="685800">
                <a:moveTo>
                  <a:pt x="114302" y="0"/>
                </a:moveTo>
                <a:lnTo>
                  <a:pt x="5124448" y="0"/>
                </a:lnTo>
                <a:cubicBezTo>
                  <a:pt x="5187533" y="0"/>
                  <a:pt x="5238750" y="51217"/>
                  <a:pt x="5238750" y="114302"/>
                </a:cubicBezTo>
                <a:lnTo>
                  <a:pt x="5238750" y="571498"/>
                </a:lnTo>
                <a:cubicBezTo>
                  <a:pt x="5238750" y="634583"/>
                  <a:pt x="5187533" y="685800"/>
                  <a:pt x="5124448" y="685800"/>
                </a:cubicBezTo>
                <a:lnTo>
                  <a:pt x="114302" y="685800"/>
                </a:lnTo>
                <a:cubicBezTo>
                  <a:pt x="51217" y="685800"/>
                  <a:pt x="0" y="634583"/>
                  <a:pt x="0" y="5714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5" name="Shape 33"/>
          <p:cNvSpPr/>
          <p:nvPr/>
        </p:nvSpPr>
        <p:spPr>
          <a:xfrm>
            <a:off x="6496050" y="35052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479A1"/>
          </a:solidFill>
          <a:ln/>
        </p:spPr>
      </p:sp>
      <p:sp>
        <p:nvSpPr>
          <p:cNvPr id="36" name="Shape 34"/>
          <p:cNvSpPr/>
          <p:nvPr/>
        </p:nvSpPr>
        <p:spPr>
          <a:xfrm>
            <a:off x="6603206" y="36004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6688" y="76572"/>
                </a:moveTo>
                <a:cubicBezTo>
                  <a:pt x="161181" y="80218"/>
                  <a:pt x="154856" y="83158"/>
                  <a:pt x="148270" y="85502"/>
                </a:cubicBezTo>
                <a:cubicBezTo>
                  <a:pt x="130783" y="91753"/>
                  <a:pt x="107826" y="95250"/>
                  <a:pt x="83344" y="95250"/>
                </a:cubicBezTo>
                <a:cubicBezTo>
                  <a:pt x="58862" y="95250"/>
                  <a:pt x="35868" y="91715"/>
                  <a:pt x="18417" y="85502"/>
                </a:cubicBezTo>
                <a:cubicBezTo>
                  <a:pt x="11869" y="83158"/>
                  <a:pt x="5507" y="80218"/>
                  <a:pt x="0" y="76572"/>
                </a:cubicBezTo>
                <a:lnTo>
                  <a:pt x="0" y="107156"/>
                </a:lnTo>
                <a:cubicBezTo>
                  <a:pt x="0" y="123602"/>
                  <a:pt x="37319" y="136922"/>
                  <a:pt x="83344" y="136922"/>
                </a:cubicBezTo>
                <a:cubicBezTo>
                  <a:pt x="129369" y="136922"/>
                  <a:pt x="166688" y="123602"/>
                  <a:pt x="166688" y="107156"/>
                </a:cubicBezTo>
                <a:lnTo>
                  <a:pt x="166688" y="76572"/>
                </a:lnTo>
                <a:close/>
                <a:moveTo>
                  <a:pt x="166688" y="47625"/>
                </a:moveTo>
                <a:lnTo>
                  <a:pt x="166688" y="29766"/>
                </a:lnTo>
                <a:cubicBezTo>
                  <a:pt x="166688" y="13320"/>
                  <a:pt x="129369" y="0"/>
                  <a:pt x="83344" y="0"/>
                </a:cubicBezTo>
                <a:cubicBezTo>
                  <a:pt x="37319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1"/>
                  <a:pt x="37319" y="77391"/>
                  <a:pt x="83344" y="77391"/>
                </a:cubicBezTo>
                <a:cubicBezTo>
                  <a:pt x="129369" y="77391"/>
                  <a:pt x="166688" y="64071"/>
                  <a:pt x="166688" y="47625"/>
                </a:cubicBezTo>
                <a:close/>
                <a:moveTo>
                  <a:pt x="148270" y="145033"/>
                </a:moveTo>
                <a:cubicBezTo>
                  <a:pt x="130820" y="151247"/>
                  <a:pt x="107863" y="154781"/>
                  <a:pt x="83344" y="154781"/>
                </a:cubicBezTo>
                <a:cubicBezTo>
                  <a:pt x="58824" y="154781"/>
                  <a:pt x="35868" y="151247"/>
                  <a:pt x="18417" y="145033"/>
                </a:cubicBezTo>
                <a:cubicBezTo>
                  <a:pt x="11869" y="142689"/>
                  <a:pt x="5507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9" y="190500"/>
                  <a:pt x="83344" y="190500"/>
                </a:cubicBezTo>
                <a:cubicBezTo>
                  <a:pt x="129369" y="190500"/>
                  <a:pt x="166688" y="177180"/>
                  <a:pt x="166688" y="160734"/>
                </a:cubicBezTo>
                <a:lnTo>
                  <a:pt x="166688" y="136103"/>
                </a:lnTo>
                <a:cubicBezTo>
                  <a:pt x="161181" y="139750"/>
                  <a:pt x="154856" y="142689"/>
                  <a:pt x="148270" y="14503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6991350" y="3467100"/>
            <a:ext cx="2276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MySQL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991350" y="3733800"/>
            <a:ext cx="2257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Relational database for secure storage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381750" y="4152900"/>
            <a:ext cx="5238750" cy="685800"/>
          </a:xfrm>
          <a:custGeom>
            <a:avLst/>
            <a:gdLst/>
            <a:ahLst/>
            <a:cxnLst/>
            <a:rect l="l" t="t" r="r" b="b"/>
            <a:pathLst>
              <a:path w="5238750" h="685800">
                <a:moveTo>
                  <a:pt x="114302" y="0"/>
                </a:moveTo>
                <a:lnTo>
                  <a:pt x="5124448" y="0"/>
                </a:lnTo>
                <a:cubicBezTo>
                  <a:pt x="5187533" y="0"/>
                  <a:pt x="5238750" y="51217"/>
                  <a:pt x="5238750" y="114302"/>
                </a:cubicBezTo>
                <a:lnTo>
                  <a:pt x="5238750" y="571498"/>
                </a:lnTo>
                <a:cubicBezTo>
                  <a:pt x="5238750" y="634583"/>
                  <a:pt x="5187533" y="685800"/>
                  <a:pt x="5124448" y="685800"/>
                </a:cubicBezTo>
                <a:lnTo>
                  <a:pt x="114302" y="685800"/>
                </a:lnTo>
                <a:cubicBezTo>
                  <a:pt x="51217" y="685800"/>
                  <a:pt x="0" y="634583"/>
                  <a:pt x="0" y="5714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0" name="Shape 38"/>
          <p:cNvSpPr/>
          <p:nvPr/>
        </p:nvSpPr>
        <p:spPr>
          <a:xfrm>
            <a:off x="6496050" y="43053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6384"/>
          </a:solidFill>
          <a:ln/>
        </p:spPr>
      </p:sp>
      <p:sp>
        <p:nvSpPr>
          <p:cNvPr id="41" name="Shape 39"/>
          <p:cNvSpPr/>
          <p:nvPr/>
        </p:nvSpPr>
        <p:spPr>
          <a:xfrm>
            <a:off x="6579394" y="44005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90649" y="89297"/>
                </a:moveTo>
                <a:lnTo>
                  <a:pt x="125164" y="89297"/>
                </a:lnTo>
                <a:cubicBezTo>
                  <a:pt x="118579" y="89297"/>
                  <a:pt x="113258" y="83976"/>
                  <a:pt x="113258" y="77391"/>
                </a:cubicBezTo>
                <a:lnTo>
                  <a:pt x="113258" y="11906"/>
                </a:lnTo>
                <a:cubicBezTo>
                  <a:pt x="113258" y="5321"/>
                  <a:pt x="118616" y="-74"/>
                  <a:pt x="125127" y="781"/>
                </a:cubicBezTo>
                <a:cubicBezTo>
                  <a:pt x="164939" y="6065"/>
                  <a:pt x="196490" y="37616"/>
                  <a:pt x="201774" y="77428"/>
                </a:cubicBezTo>
                <a:cubicBezTo>
                  <a:pt x="202629" y="83939"/>
                  <a:pt x="197234" y="89297"/>
                  <a:pt x="190649" y="89297"/>
                </a:cubicBezTo>
                <a:close/>
                <a:moveTo>
                  <a:pt x="82823" y="13841"/>
                </a:moveTo>
                <a:cubicBezTo>
                  <a:pt x="89557" y="12427"/>
                  <a:pt x="95399" y="17934"/>
                  <a:pt x="95399" y="24817"/>
                </a:cubicBezTo>
                <a:lnTo>
                  <a:pt x="95399" y="98227"/>
                </a:lnTo>
                <a:cubicBezTo>
                  <a:pt x="95399" y="100310"/>
                  <a:pt x="96143" y="102319"/>
                  <a:pt x="97445" y="103919"/>
                </a:cubicBezTo>
                <a:lnTo>
                  <a:pt x="146596" y="163227"/>
                </a:lnTo>
                <a:cubicBezTo>
                  <a:pt x="150949" y="168473"/>
                  <a:pt x="150019" y="176399"/>
                  <a:pt x="144028" y="179636"/>
                </a:cubicBezTo>
                <a:cubicBezTo>
                  <a:pt x="131341" y="186556"/>
                  <a:pt x="116793" y="190500"/>
                  <a:pt x="101352" y="190500"/>
                </a:cubicBezTo>
                <a:cubicBezTo>
                  <a:pt x="52053" y="190500"/>
                  <a:pt x="12055" y="150502"/>
                  <a:pt x="12055" y="101203"/>
                </a:cubicBezTo>
                <a:cubicBezTo>
                  <a:pt x="12055" y="58229"/>
                  <a:pt x="42379" y="22361"/>
                  <a:pt x="82823" y="13841"/>
                </a:cubicBezTo>
                <a:close/>
                <a:moveTo>
                  <a:pt x="177775" y="107156"/>
                </a:moveTo>
                <a:lnTo>
                  <a:pt x="201588" y="107156"/>
                </a:lnTo>
                <a:cubicBezTo>
                  <a:pt x="208471" y="107156"/>
                  <a:pt x="213978" y="112998"/>
                  <a:pt x="212564" y="119732"/>
                </a:cubicBezTo>
                <a:cubicBezTo>
                  <a:pt x="208769" y="137740"/>
                  <a:pt x="199541" y="153739"/>
                  <a:pt x="186668" y="165943"/>
                </a:cubicBezTo>
                <a:cubicBezTo>
                  <a:pt x="182091" y="170297"/>
                  <a:pt x="174910" y="169366"/>
                  <a:pt x="170892" y="164492"/>
                </a:cubicBezTo>
                <a:lnTo>
                  <a:pt x="139489" y="126653"/>
                </a:lnTo>
                <a:cubicBezTo>
                  <a:pt x="133052" y="118876"/>
                  <a:pt x="138596" y="107156"/>
                  <a:pt x="148642" y="107156"/>
                </a:cubicBezTo>
                <a:lnTo>
                  <a:pt x="177738" y="107156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6991350" y="4267200"/>
            <a:ext cx="2343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Chart.js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991350" y="4533900"/>
            <a:ext cx="2324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visualization and graphical reports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381000" y="5181600"/>
            <a:ext cx="11430000" cy="1676400"/>
          </a:xfrm>
          <a:custGeom>
            <a:avLst/>
            <a:gdLst/>
            <a:ahLst/>
            <a:cxnLst/>
            <a:rect l="l" t="t" r="r" b="b"/>
            <a:pathLst>
              <a:path w="11430000" h="1676400">
                <a:moveTo>
                  <a:pt x="114297" y="0"/>
                </a:moveTo>
                <a:lnTo>
                  <a:pt x="11315703" y="0"/>
                </a:lnTo>
                <a:cubicBezTo>
                  <a:pt x="11378828" y="0"/>
                  <a:pt x="11430000" y="51172"/>
                  <a:pt x="11430000" y="114297"/>
                </a:cubicBezTo>
                <a:lnTo>
                  <a:pt x="11430000" y="1562103"/>
                </a:lnTo>
                <a:cubicBezTo>
                  <a:pt x="11430000" y="1625228"/>
                  <a:pt x="11378828" y="1676400"/>
                  <a:pt x="11315703" y="1676400"/>
                </a:cubicBezTo>
                <a:lnTo>
                  <a:pt x="114297" y="1676400"/>
                </a:lnTo>
                <a:cubicBezTo>
                  <a:pt x="51172" y="1676400"/>
                  <a:pt x="0" y="1625228"/>
                  <a:pt x="0" y="156210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45" name="Shape 43"/>
          <p:cNvSpPr/>
          <p:nvPr/>
        </p:nvSpPr>
        <p:spPr>
          <a:xfrm>
            <a:off x="533400" y="537210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54744" y="78321"/>
                </a:moveTo>
                <a:cubicBezTo>
                  <a:pt x="159283" y="77093"/>
                  <a:pt x="164046" y="79251"/>
                  <a:pt x="166092" y="83455"/>
                </a:cubicBezTo>
                <a:lnTo>
                  <a:pt x="173013" y="97445"/>
                </a:lnTo>
                <a:cubicBezTo>
                  <a:pt x="176845" y="97966"/>
                  <a:pt x="180603" y="99008"/>
                  <a:pt x="184138" y="100459"/>
                </a:cubicBezTo>
                <a:lnTo>
                  <a:pt x="197160" y="91790"/>
                </a:lnTo>
                <a:cubicBezTo>
                  <a:pt x="201067" y="89185"/>
                  <a:pt x="206239" y="89706"/>
                  <a:pt x="209550" y="93018"/>
                </a:cubicBezTo>
                <a:lnTo>
                  <a:pt x="216694" y="100161"/>
                </a:lnTo>
                <a:cubicBezTo>
                  <a:pt x="220005" y="103473"/>
                  <a:pt x="220526" y="108682"/>
                  <a:pt x="217922" y="112551"/>
                </a:cubicBezTo>
                <a:lnTo>
                  <a:pt x="209252" y="125537"/>
                </a:lnTo>
                <a:cubicBezTo>
                  <a:pt x="209959" y="127285"/>
                  <a:pt x="210592" y="129108"/>
                  <a:pt x="211113" y="131006"/>
                </a:cubicBezTo>
                <a:cubicBezTo>
                  <a:pt x="211634" y="132904"/>
                  <a:pt x="211968" y="134764"/>
                  <a:pt x="212229" y="136661"/>
                </a:cubicBezTo>
                <a:lnTo>
                  <a:pt x="226256" y="143582"/>
                </a:lnTo>
                <a:cubicBezTo>
                  <a:pt x="230460" y="145666"/>
                  <a:pt x="232618" y="150428"/>
                  <a:pt x="231391" y="154930"/>
                </a:cubicBezTo>
                <a:lnTo>
                  <a:pt x="228786" y="164678"/>
                </a:lnTo>
                <a:cubicBezTo>
                  <a:pt x="227558" y="169180"/>
                  <a:pt x="223354" y="172231"/>
                  <a:pt x="218666" y="171934"/>
                </a:cubicBezTo>
                <a:lnTo>
                  <a:pt x="203039" y="170929"/>
                </a:lnTo>
                <a:cubicBezTo>
                  <a:pt x="200695" y="173943"/>
                  <a:pt x="197979" y="176733"/>
                  <a:pt x="194890" y="179115"/>
                </a:cubicBezTo>
                <a:lnTo>
                  <a:pt x="195895" y="194704"/>
                </a:lnTo>
                <a:cubicBezTo>
                  <a:pt x="196193" y="199392"/>
                  <a:pt x="193142" y="203634"/>
                  <a:pt x="188640" y="204825"/>
                </a:cubicBezTo>
                <a:lnTo>
                  <a:pt x="178891" y="207429"/>
                </a:lnTo>
                <a:cubicBezTo>
                  <a:pt x="174352" y="208657"/>
                  <a:pt x="169627" y="206499"/>
                  <a:pt x="167543" y="202295"/>
                </a:cubicBezTo>
                <a:lnTo>
                  <a:pt x="160623" y="188305"/>
                </a:lnTo>
                <a:cubicBezTo>
                  <a:pt x="156790" y="187784"/>
                  <a:pt x="153033" y="186742"/>
                  <a:pt x="149498" y="185291"/>
                </a:cubicBezTo>
                <a:lnTo>
                  <a:pt x="136475" y="193960"/>
                </a:lnTo>
                <a:cubicBezTo>
                  <a:pt x="132569" y="196565"/>
                  <a:pt x="127397" y="196044"/>
                  <a:pt x="124085" y="192732"/>
                </a:cubicBezTo>
                <a:lnTo>
                  <a:pt x="116942" y="185589"/>
                </a:lnTo>
                <a:cubicBezTo>
                  <a:pt x="113630" y="182277"/>
                  <a:pt x="113109" y="177105"/>
                  <a:pt x="115714" y="173199"/>
                </a:cubicBezTo>
                <a:lnTo>
                  <a:pt x="124383" y="160176"/>
                </a:lnTo>
                <a:cubicBezTo>
                  <a:pt x="123676" y="158428"/>
                  <a:pt x="123044" y="156604"/>
                  <a:pt x="122523" y="154707"/>
                </a:cubicBezTo>
                <a:cubicBezTo>
                  <a:pt x="122002" y="152809"/>
                  <a:pt x="121667" y="150912"/>
                  <a:pt x="121407" y="149051"/>
                </a:cubicBezTo>
                <a:lnTo>
                  <a:pt x="107379" y="142131"/>
                </a:lnTo>
                <a:cubicBezTo>
                  <a:pt x="103175" y="140047"/>
                  <a:pt x="101054" y="135285"/>
                  <a:pt x="102245" y="130783"/>
                </a:cubicBezTo>
                <a:lnTo>
                  <a:pt x="104849" y="121034"/>
                </a:lnTo>
                <a:cubicBezTo>
                  <a:pt x="106077" y="116532"/>
                  <a:pt x="110282" y="113481"/>
                  <a:pt x="114970" y="113779"/>
                </a:cubicBezTo>
                <a:lnTo>
                  <a:pt x="130559" y="114784"/>
                </a:lnTo>
                <a:cubicBezTo>
                  <a:pt x="132904" y="111770"/>
                  <a:pt x="135620" y="108979"/>
                  <a:pt x="138708" y="106598"/>
                </a:cubicBezTo>
                <a:lnTo>
                  <a:pt x="137703" y="91046"/>
                </a:lnTo>
                <a:cubicBezTo>
                  <a:pt x="137406" y="86358"/>
                  <a:pt x="140457" y="82116"/>
                  <a:pt x="144959" y="80925"/>
                </a:cubicBezTo>
                <a:lnTo>
                  <a:pt x="154707" y="78321"/>
                </a:lnTo>
                <a:close/>
                <a:moveTo>
                  <a:pt x="166836" y="126504"/>
                </a:moveTo>
                <a:cubicBezTo>
                  <a:pt x="157801" y="126514"/>
                  <a:pt x="150474" y="133858"/>
                  <a:pt x="150484" y="142894"/>
                </a:cubicBezTo>
                <a:cubicBezTo>
                  <a:pt x="150494" y="151929"/>
                  <a:pt x="157838" y="159256"/>
                  <a:pt x="166874" y="159246"/>
                </a:cubicBezTo>
                <a:cubicBezTo>
                  <a:pt x="175909" y="159236"/>
                  <a:pt x="183236" y="151892"/>
                  <a:pt x="183226" y="142856"/>
                </a:cubicBezTo>
                <a:cubicBezTo>
                  <a:pt x="183216" y="133821"/>
                  <a:pt x="175872" y="126494"/>
                  <a:pt x="166836" y="126504"/>
                </a:cubicBezTo>
                <a:close/>
                <a:moveTo>
                  <a:pt x="83679" y="-16929"/>
                </a:moveTo>
                <a:lnTo>
                  <a:pt x="93427" y="-14325"/>
                </a:lnTo>
                <a:cubicBezTo>
                  <a:pt x="97929" y="-13097"/>
                  <a:pt x="100980" y="-8855"/>
                  <a:pt x="100682" y="-4204"/>
                </a:cubicBezTo>
                <a:lnTo>
                  <a:pt x="99678" y="11348"/>
                </a:lnTo>
                <a:cubicBezTo>
                  <a:pt x="102766" y="13729"/>
                  <a:pt x="105482" y="16483"/>
                  <a:pt x="107826" y="19534"/>
                </a:cubicBezTo>
                <a:lnTo>
                  <a:pt x="123453" y="18529"/>
                </a:lnTo>
                <a:cubicBezTo>
                  <a:pt x="128104" y="18231"/>
                  <a:pt x="132345" y="21282"/>
                  <a:pt x="133573" y="25784"/>
                </a:cubicBezTo>
                <a:lnTo>
                  <a:pt x="136178" y="35533"/>
                </a:lnTo>
                <a:cubicBezTo>
                  <a:pt x="137368" y="40035"/>
                  <a:pt x="135248" y="44797"/>
                  <a:pt x="131043" y="46881"/>
                </a:cubicBezTo>
                <a:lnTo>
                  <a:pt x="117016" y="53801"/>
                </a:lnTo>
                <a:cubicBezTo>
                  <a:pt x="116756" y="55699"/>
                  <a:pt x="116384" y="57596"/>
                  <a:pt x="115900" y="59457"/>
                </a:cubicBezTo>
                <a:cubicBezTo>
                  <a:pt x="115416" y="61317"/>
                  <a:pt x="114746" y="63178"/>
                  <a:pt x="114040" y="64926"/>
                </a:cubicBezTo>
                <a:lnTo>
                  <a:pt x="122709" y="77949"/>
                </a:lnTo>
                <a:cubicBezTo>
                  <a:pt x="125313" y="81855"/>
                  <a:pt x="124792" y="87027"/>
                  <a:pt x="121481" y="90339"/>
                </a:cubicBezTo>
                <a:lnTo>
                  <a:pt x="114337" y="97482"/>
                </a:lnTo>
                <a:cubicBezTo>
                  <a:pt x="111026" y="100794"/>
                  <a:pt x="105854" y="101315"/>
                  <a:pt x="101947" y="98710"/>
                </a:cubicBezTo>
                <a:lnTo>
                  <a:pt x="88925" y="90041"/>
                </a:lnTo>
                <a:cubicBezTo>
                  <a:pt x="85390" y="91492"/>
                  <a:pt x="81632" y="92534"/>
                  <a:pt x="77800" y="93055"/>
                </a:cubicBezTo>
                <a:lnTo>
                  <a:pt x="70879" y="107045"/>
                </a:lnTo>
                <a:cubicBezTo>
                  <a:pt x="68796" y="111249"/>
                  <a:pt x="64033" y="113370"/>
                  <a:pt x="59531" y="112179"/>
                </a:cubicBezTo>
                <a:lnTo>
                  <a:pt x="49783" y="109575"/>
                </a:lnTo>
                <a:cubicBezTo>
                  <a:pt x="45244" y="108347"/>
                  <a:pt x="42230" y="104105"/>
                  <a:pt x="42528" y="99454"/>
                </a:cubicBezTo>
                <a:lnTo>
                  <a:pt x="43532" y="83865"/>
                </a:lnTo>
                <a:cubicBezTo>
                  <a:pt x="40444" y="81483"/>
                  <a:pt x="37728" y="78730"/>
                  <a:pt x="35384" y="75679"/>
                </a:cubicBezTo>
                <a:lnTo>
                  <a:pt x="19757" y="76684"/>
                </a:lnTo>
                <a:cubicBezTo>
                  <a:pt x="15106" y="76981"/>
                  <a:pt x="10864" y="73930"/>
                  <a:pt x="9637" y="69428"/>
                </a:cubicBezTo>
                <a:lnTo>
                  <a:pt x="7032" y="59680"/>
                </a:lnTo>
                <a:cubicBezTo>
                  <a:pt x="5842" y="55178"/>
                  <a:pt x="7962" y="50416"/>
                  <a:pt x="12167" y="48332"/>
                </a:cubicBezTo>
                <a:lnTo>
                  <a:pt x="26194" y="41411"/>
                </a:lnTo>
                <a:cubicBezTo>
                  <a:pt x="26454" y="39514"/>
                  <a:pt x="26826" y="37654"/>
                  <a:pt x="27310" y="35756"/>
                </a:cubicBezTo>
                <a:cubicBezTo>
                  <a:pt x="27831" y="33858"/>
                  <a:pt x="28426" y="32035"/>
                  <a:pt x="29170" y="30287"/>
                </a:cubicBezTo>
                <a:lnTo>
                  <a:pt x="20501" y="17301"/>
                </a:lnTo>
                <a:cubicBezTo>
                  <a:pt x="17897" y="13395"/>
                  <a:pt x="18417" y="8223"/>
                  <a:pt x="21729" y="4911"/>
                </a:cubicBezTo>
                <a:lnTo>
                  <a:pt x="28873" y="-2232"/>
                </a:lnTo>
                <a:cubicBezTo>
                  <a:pt x="32184" y="-5544"/>
                  <a:pt x="37356" y="-6065"/>
                  <a:pt x="41263" y="-3460"/>
                </a:cubicBezTo>
                <a:lnTo>
                  <a:pt x="54285" y="5209"/>
                </a:lnTo>
                <a:cubicBezTo>
                  <a:pt x="57820" y="3758"/>
                  <a:pt x="61578" y="2716"/>
                  <a:pt x="65410" y="2195"/>
                </a:cubicBezTo>
                <a:lnTo>
                  <a:pt x="72330" y="-11795"/>
                </a:lnTo>
                <a:cubicBezTo>
                  <a:pt x="74414" y="-15999"/>
                  <a:pt x="79139" y="-18120"/>
                  <a:pt x="83679" y="-16929"/>
                </a:cubicBezTo>
                <a:close/>
                <a:moveTo>
                  <a:pt x="71586" y="31254"/>
                </a:moveTo>
                <a:cubicBezTo>
                  <a:pt x="62551" y="31254"/>
                  <a:pt x="55215" y="38590"/>
                  <a:pt x="55215" y="47625"/>
                </a:cubicBezTo>
                <a:cubicBezTo>
                  <a:pt x="55215" y="56660"/>
                  <a:pt x="62551" y="63996"/>
                  <a:pt x="71586" y="63996"/>
                </a:cubicBezTo>
                <a:cubicBezTo>
                  <a:pt x="80622" y="63996"/>
                  <a:pt x="87957" y="56660"/>
                  <a:pt x="87957" y="47625"/>
                </a:cubicBezTo>
                <a:cubicBezTo>
                  <a:pt x="87957" y="38590"/>
                  <a:pt x="80622" y="31254"/>
                  <a:pt x="71586" y="31254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46" name="Text 44"/>
          <p:cNvSpPr/>
          <p:nvPr/>
        </p:nvSpPr>
        <p:spPr>
          <a:xfrm>
            <a:off x="771525" y="5334000"/>
            <a:ext cx="10982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Development Methods Used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533400" y="5715000"/>
            <a:ext cx="2695575" cy="990600"/>
          </a:xfrm>
          <a:custGeom>
            <a:avLst/>
            <a:gdLst/>
            <a:ahLst/>
            <a:cxnLst/>
            <a:rect l="l" t="t" r="r" b="b"/>
            <a:pathLst>
              <a:path w="2695575" h="990600">
                <a:moveTo>
                  <a:pt x="76197" y="0"/>
                </a:moveTo>
                <a:lnTo>
                  <a:pt x="2619378" y="0"/>
                </a:lnTo>
                <a:cubicBezTo>
                  <a:pt x="2661460" y="0"/>
                  <a:pt x="2695575" y="34115"/>
                  <a:pt x="2695575" y="76197"/>
                </a:cubicBezTo>
                <a:lnTo>
                  <a:pt x="2695575" y="914403"/>
                </a:lnTo>
                <a:cubicBezTo>
                  <a:pt x="2695575" y="956485"/>
                  <a:pt x="2661460" y="990600"/>
                  <a:pt x="2619378" y="990600"/>
                </a:cubicBezTo>
                <a:lnTo>
                  <a:pt x="76197" y="990600"/>
                </a:lnTo>
                <a:cubicBezTo>
                  <a:pt x="34115" y="990600"/>
                  <a:pt x="0" y="956485"/>
                  <a:pt x="0" y="9144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1752600" y="58293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00013" y="110728"/>
                </a:moveTo>
                <a:cubicBezTo>
                  <a:pt x="129583" y="110728"/>
                  <a:pt x="153591" y="86721"/>
                  <a:pt x="153591" y="57150"/>
                </a:cubicBezTo>
                <a:cubicBezTo>
                  <a:pt x="153591" y="27579"/>
                  <a:pt x="129583" y="3572"/>
                  <a:pt x="100013" y="3572"/>
                </a:cubicBezTo>
                <a:cubicBezTo>
                  <a:pt x="70442" y="3572"/>
                  <a:pt x="46434" y="27579"/>
                  <a:pt x="46434" y="57150"/>
                </a:cubicBezTo>
                <a:cubicBezTo>
                  <a:pt x="46434" y="86721"/>
                  <a:pt x="70442" y="110728"/>
                  <a:pt x="100012" y="110728"/>
                </a:cubicBezTo>
                <a:close/>
                <a:moveTo>
                  <a:pt x="86752" y="135731"/>
                </a:moveTo>
                <a:cubicBezTo>
                  <a:pt x="42773" y="135731"/>
                  <a:pt x="7144" y="171361"/>
                  <a:pt x="7144" y="215339"/>
                </a:cubicBezTo>
                <a:cubicBezTo>
                  <a:pt x="7144" y="222662"/>
                  <a:pt x="13082" y="228600"/>
                  <a:pt x="20404" y="228600"/>
                </a:cubicBezTo>
                <a:lnTo>
                  <a:pt x="132695" y="228600"/>
                </a:lnTo>
                <a:cubicBezTo>
                  <a:pt x="116532" y="209580"/>
                  <a:pt x="107156" y="185068"/>
                  <a:pt x="107156" y="159127"/>
                </a:cubicBezTo>
                <a:lnTo>
                  <a:pt x="107156" y="145241"/>
                </a:lnTo>
                <a:cubicBezTo>
                  <a:pt x="107156" y="141982"/>
                  <a:pt x="107603" y="138767"/>
                  <a:pt x="108451" y="135731"/>
                </a:cubicBezTo>
                <a:lnTo>
                  <a:pt x="86752" y="135731"/>
                </a:lnTo>
                <a:close/>
                <a:moveTo>
                  <a:pt x="198819" y="218108"/>
                </a:moveTo>
                <a:lnTo>
                  <a:pt x="192881" y="220920"/>
                </a:lnTo>
                <a:lnTo>
                  <a:pt x="192881" y="136937"/>
                </a:lnTo>
                <a:lnTo>
                  <a:pt x="235744" y="151224"/>
                </a:lnTo>
                <a:lnTo>
                  <a:pt x="235744" y="159975"/>
                </a:lnTo>
                <a:cubicBezTo>
                  <a:pt x="235744" y="184889"/>
                  <a:pt x="221367" y="207526"/>
                  <a:pt x="198819" y="218152"/>
                </a:cubicBezTo>
                <a:close/>
                <a:moveTo>
                  <a:pt x="188372" y="115863"/>
                </a:moveTo>
                <a:lnTo>
                  <a:pt x="138366" y="132517"/>
                </a:lnTo>
                <a:cubicBezTo>
                  <a:pt x="132517" y="134481"/>
                  <a:pt x="128588" y="139928"/>
                  <a:pt x="128588" y="146090"/>
                </a:cubicBezTo>
                <a:lnTo>
                  <a:pt x="128588" y="159975"/>
                </a:lnTo>
                <a:cubicBezTo>
                  <a:pt x="128588" y="193194"/>
                  <a:pt x="147786" y="223421"/>
                  <a:pt x="177790" y="237530"/>
                </a:cubicBezTo>
                <a:lnTo>
                  <a:pt x="186050" y="241414"/>
                </a:lnTo>
                <a:cubicBezTo>
                  <a:pt x="188193" y="242396"/>
                  <a:pt x="190515" y="242932"/>
                  <a:pt x="192837" y="242932"/>
                </a:cubicBezTo>
                <a:cubicBezTo>
                  <a:pt x="195158" y="242932"/>
                  <a:pt x="197525" y="242396"/>
                  <a:pt x="199623" y="241414"/>
                </a:cubicBezTo>
                <a:lnTo>
                  <a:pt x="207883" y="237530"/>
                </a:lnTo>
                <a:cubicBezTo>
                  <a:pt x="237976" y="223376"/>
                  <a:pt x="257175" y="193149"/>
                  <a:pt x="257175" y="159931"/>
                </a:cubicBezTo>
                <a:lnTo>
                  <a:pt x="257175" y="146045"/>
                </a:lnTo>
                <a:cubicBezTo>
                  <a:pt x="257175" y="139884"/>
                  <a:pt x="253246" y="134436"/>
                  <a:pt x="247397" y="132472"/>
                </a:cubicBezTo>
                <a:lnTo>
                  <a:pt x="197391" y="115818"/>
                </a:lnTo>
                <a:cubicBezTo>
                  <a:pt x="194444" y="114836"/>
                  <a:pt x="191274" y="114836"/>
                  <a:pt x="188372" y="115818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49" name="Text 47"/>
          <p:cNvSpPr/>
          <p:nvPr/>
        </p:nvSpPr>
        <p:spPr>
          <a:xfrm>
            <a:off x="609600" y="6134100"/>
            <a:ext cx="2543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Authentication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14363" y="6400800"/>
            <a:ext cx="2533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Secure login system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3343275" y="5715000"/>
            <a:ext cx="2695575" cy="990600"/>
          </a:xfrm>
          <a:custGeom>
            <a:avLst/>
            <a:gdLst/>
            <a:ahLst/>
            <a:cxnLst/>
            <a:rect l="l" t="t" r="r" b="b"/>
            <a:pathLst>
              <a:path w="2695575" h="990600">
                <a:moveTo>
                  <a:pt x="76197" y="0"/>
                </a:moveTo>
                <a:lnTo>
                  <a:pt x="2619378" y="0"/>
                </a:lnTo>
                <a:cubicBezTo>
                  <a:pt x="2661460" y="0"/>
                  <a:pt x="2695575" y="34115"/>
                  <a:pt x="2695575" y="76197"/>
                </a:cubicBezTo>
                <a:lnTo>
                  <a:pt x="2695575" y="914403"/>
                </a:lnTo>
                <a:cubicBezTo>
                  <a:pt x="2695575" y="956485"/>
                  <a:pt x="2661460" y="990600"/>
                  <a:pt x="2619378" y="990600"/>
                </a:cubicBezTo>
                <a:lnTo>
                  <a:pt x="76197" y="990600"/>
                </a:lnTo>
                <a:cubicBezTo>
                  <a:pt x="34115" y="990600"/>
                  <a:pt x="0" y="956485"/>
                  <a:pt x="0" y="9144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4591050" y="58293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00025" y="91886"/>
                </a:moveTo>
                <a:cubicBezTo>
                  <a:pt x="193417" y="96262"/>
                  <a:pt x="185827" y="99789"/>
                  <a:pt x="177924" y="102602"/>
                </a:cubicBezTo>
                <a:cubicBezTo>
                  <a:pt x="156939" y="110103"/>
                  <a:pt x="129391" y="114300"/>
                  <a:pt x="100013" y="114300"/>
                </a:cubicBezTo>
                <a:cubicBezTo>
                  <a:pt x="70634" y="114300"/>
                  <a:pt x="43041" y="110058"/>
                  <a:pt x="22101" y="102602"/>
                </a:cubicBezTo>
                <a:cubicBezTo>
                  <a:pt x="14243" y="99789"/>
                  <a:pt x="6608" y="96262"/>
                  <a:pt x="0" y="91886"/>
                </a:cubicBezTo>
                <a:lnTo>
                  <a:pt x="0" y="128588"/>
                </a:lnTo>
                <a:cubicBezTo>
                  <a:pt x="0" y="148322"/>
                  <a:pt x="44782" y="164306"/>
                  <a:pt x="100013" y="164306"/>
                </a:cubicBezTo>
                <a:cubicBezTo>
                  <a:pt x="155243" y="164306"/>
                  <a:pt x="200025" y="148322"/>
                  <a:pt x="200025" y="128588"/>
                </a:cubicBezTo>
                <a:lnTo>
                  <a:pt x="200025" y="91886"/>
                </a:lnTo>
                <a:close/>
                <a:moveTo>
                  <a:pt x="200025" y="57150"/>
                </a:moveTo>
                <a:lnTo>
                  <a:pt x="200025" y="35719"/>
                </a:lnTo>
                <a:cubicBezTo>
                  <a:pt x="200025" y="15984"/>
                  <a:pt x="155243" y="0"/>
                  <a:pt x="100013" y="0"/>
                </a:cubicBezTo>
                <a:cubicBezTo>
                  <a:pt x="44782" y="0"/>
                  <a:pt x="0" y="15984"/>
                  <a:pt x="0" y="35719"/>
                </a:cubicBezTo>
                <a:lnTo>
                  <a:pt x="0" y="57150"/>
                </a:lnTo>
                <a:cubicBezTo>
                  <a:pt x="0" y="76885"/>
                  <a:pt x="44782" y="92869"/>
                  <a:pt x="100013" y="92869"/>
                </a:cubicBezTo>
                <a:cubicBezTo>
                  <a:pt x="155243" y="92869"/>
                  <a:pt x="200025" y="76885"/>
                  <a:pt x="200025" y="57150"/>
                </a:cubicBezTo>
                <a:close/>
                <a:moveTo>
                  <a:pt x="177924" y="174040"/>
                </a:moveTo>
                <a:cubicBezTo>
                  <a:pt x="156984" y="181496"/>
                  <a:pt x="129436" y="185738"/>
                  <a:pt x="100013" y="185738"/>
                </a:cubicBezTo>
                <a:cubicBezTo>
                  <a:pt x="70589" y="185738"/>
                  <a:pt x="43041" y="181496"/>
                  <a:pt x="22101" y="174040"/>
                </a:cubicBezTo>
                <a:cubicBezTo>
                  <a:pt x="14243" y="171227"/>
                  <a:pt x="6608" y="167700"/>
                  <a:pt x="0" y="163324"/>
                </a:cubicBezTo>
                <a:lnTo>
                  <a:pt x="0" y="192881"/>
                </a:lnTo>
                <a:cubicBezTo>
                  <a:pt x="0" y="212616"/>
                  <a:pt x="44782" y="228600"/>
                  <a:pt x="100013" y="228600"/>
                </a:cubicBezTo>
                <a:cubicBezTo>
                  <a:pt x="155243" y="228600"/>
                  <a:pt x="200025" y="212616"/>
                  <a:pt x="200025" y="192881"/>
                </a:cubicBezTo>
                <a:lnTo>
                  <a:pt x="200025" y="163324"/>
                </a:lnTo>
                <a:cubicBezTo>
                  <a:pt x="193417" y="167700"/>
                  <a:pt x="185827" y="171227"/>
                  <a:pt x="177924" y="17404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53" name="Text 51"/>
          <p:cNvSpPr/>
          <p:nvPr/>
        </p:nvSpPr>
        <p:spPr>
          <a:xfrm>
            <a:off x="3419475" y="6134100"/>
            <a:ext cx="2543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CRUD Operations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3424238" y="6400800"/>
            <a:ext cx="2533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Create, Read, Update, Delete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153150" y="5715000"/>
            <a:ext cx="2695575" cy="990600"/>
          </a:xfrm>
          <a:custGeom>
            <a:avLst/>
            <a:gdLst/>
            <a:ahLst/>
            <a:cxnLst/>
            <a:rect l="l" t="t" r="r" b="b"/>
            <a:pathLst>
              <a:path w="2695575" h="990600">
                <a:moveTo>
                  <a:pt x="76197" y="0"/>
                </a:moveTo>
                <a:lnTo>
                  <a:pt x="2619378" y="0"/>
                </a:lnTo>
                <a:cubicBezTo>
                  <a:pt x="2661460" y="0"/>
                  <a:pt x="2695575" y="34115"/>
                  <a:pt x="2695575" y="76197"/>
                </a:cubicBezTo>
                <a:lnTo>
                  <a:pt x="2695575" y="914403"/>
                </a:lnTo>
                <a:cubicBezTo>
                  <a:pt x="2695575" y="956485"/>
                  <a:pt x="2661460" y="990600"/>
                  <a:pt x="2619378" y="990600"/>
                </a:cubicBezTo>
                <a:lnTo>
                  <a:pt x="76197" y="990600"/>
                </a:lnTo>
                <a:cubicBezTo>
                  <a:pt x="34115" y="990600"/>
                  <a:pt x="0" y="956485"/>
                  <a:pt x="0" y="9144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7415213" y="582930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11576" y="29825"/>
                </a:moveTo>
                <a:cubicBezTo>
                  <a:pt x="116220" y="23440"/>
                  <a:pt x="114791" y="14511"/>
                  <a:pt x="108406" y="9867"/>
                </a:cubicBezTo>
                <a:cubicBezTo>
                  <a:pt x="102022" y="5224"/>
                  <a:pt x="93092" y="6653"/>
                  <a:pt x="88449" y="13037"/>
                </a:cubicBezTo>
                <a:lnTo>
                  <a:pt x="41121" y="78090"/>
                </a:lnTo>
                <a:lnTo>
                  <a:pt x="24378" y="61347"/>
                </a:lnTo>
                <a:cubicBezTo>
                  <a:pt x="18797" y="55766"/>
                  <a:pt x="9733" y="55766"/>
                  <a:pt x="4152" y="61347"/>
                </a:cubicBezTo>
                <a:cubicBezTo>
                  <a:pt x="-1429" y="66928"/>
                  <a:pt x="-1429" y="75992"/>
                  <a:pt x="4152" y="81573"/>
                </a:cubicBezTo>
                <a:lnTo>
                  <a:pt x="32727" y="110148"/>
                </a:lnTo>
                <a:cubicBezTo>
                  <a:pt x="35674" y="113094"/>
                  <a:pt x="39782" y="114613"/>
                  <a:pt x="43934" y="114300"/>
                </a:cubicBezTo>
                <a:cubicBezTo>
                  <a:pt x="48086" y="113987"/>
                  <a:pt x="51926" y="111844"/>
                  <a:pt x="54382" y="108451"/>
                </a:cubicBezTo>
                <a:lnTo>
                  <a:pt x="111532" y="29870"/>
                </a:lnTo>
                <a:close/>
                <a:moveTo>
                  <a:pt x="168726" y="90547"/>
                </a:moveTo>
                <a:cubicBezTo>
                  <a:pt x="173370" y="84162"/>
                  <a:pt x="171941" y="75233"/>
                  <a:pt x="165556" y="70589"/>
                </a:cubicBezTo>
                <a:cubicBezTo>
                  <a:pt x="159172" y="65946"/>
                  <a:pt x="150242" y="67374"/>
                  <a:pt x="145599" y="73759"/>
                </a:cubicBezTo>
                <a:lnTo>
                  <a:pt x="69696" y="178103"/>
                </a:lnTo>
                <a:lnTo>
                  <a:pt x="38666" y="147072"/>
                </a:lnTo>
                <a:cubicBezTo>
                  <a:pt x="33084" y="141491"/>
                  <a:pt x="24021" y="141491"/>
                  <a:pt x="18440" y="147072"/>
                </a:cubicBezTo>
                <a:cubicBezTo>
                  <a:pt x="12859" y="152653"/>
                  <a:pt x="12859" y="161717"/>
                  <a:pt x="18440" y="167298"/>
                </a:cubicBezTo>
                <a:lnTo>
                  <a:pt x="61302" y="210160"/>
                </a:lnTo>
                <a:cubicBezTo>
                  <a:pt x="64249" y="213107"/>
                  <a:pt x="68357" y="214625"/>
                  <a:pt x="72509" y="214313"/>
                </a:cubicBezTo>
                <a:cubicBezTo>
                  <a:pt x="76661" y="214000"/>
                  <a:pt x="80501" y="211857"/>
                  <a:pt x="82957" y="208464"/>
                </a:cubicBezTo>
                <a:lnTo>
                  <a:pt x="168682" y="90592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57" name="Text 55"/>
          <p:cNvSpPr/>
          <p:nvPr/>
        </p:nvSpPr>
        <p:spPr>
          <a:xfrm>
            <a:off x="6229350" y="6134100"/>
            <a:ext cx="2543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Form Validation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234113" y="6400800"/>
            <a:ext cx="2533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Input verification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8963025" y="5715000"/>
            <a:ext cx="2695575" cy="990600"/>
          </a:xfrm>
          <a:custGeom>
            <a:avLst/>
            <a:gdLst/>
            <a:ahLst/>
            <a:cxnLst/>
            <a:rect l="l" t="t" r="r" b="b"/>
            <a:pathLst>
              <a:path w="2695575" h="990600">
                <a:moveTo>
                  <a:pt x="76197" y="0"/>
                </a:moveTo>
                <a:lnTo>
                  <a:pt x="2619378" y="0"/>
                </a:lnTo>
                <a:cubicBezTo>
                  <a:pt x="2661460" y="0"/>
                  <a:pt x="2695575" y="34115"/>
                  <a:pt x="2695575" y="76197"/>
                </a:cubicBezTo>
                <a:lnTo>
                  <a:pt x="2695575" y="914403"/>
                </a:lnTo>
                <a:cubicBezTo>
                  <a:pt x="2695575" y="956485"/>
                  <a:pt x="2661460" y="990600"/>
                  <a:pt x="2619378" y="990600"/>
                </a:cubicBezTo>
                <a:lnTo>
                  <a:pt x="76197" y="990600"/>
                </a:lnTo>
                <a:cubicBezTo>
                  <a:pt x="34115" y="990600"/>
                  <a:pt x="0" y="956485"/>
                  <a:pt x="0" y="9144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10196513" y="58293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61" name="Text 59"/>
          <p:cNvSpPr/>
          <p:nvPr/>
        </p:nvSpPr>
        <p:spPr>
          <a:xfrm>
            <a:off x="9039225" y="6134100"/>
            <a:ext cx="2543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Visualization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9043988" y="6400800"/>
            <a:ext cx="2533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Interactive charts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8617" y="368617"/>
            <a:ext cx="11519274" cy="184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6" b="1" spc="102" kern="0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Capabilities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8617" y="626649"/>
            <a:ext cx="11675937" cy="442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483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Features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8617" y="1253297"/>
            <a:ext cx="3723029" cy="5602975"/>
          </a:xfrm>
          <a:custGeom>
            <a:avLst/>
            <a:gdLst/>
            <a:ahLst/>
            <a:cxnLst/>
            <a:rect l="l" t="t" r="r" b="b"/>
            <a:pathLst>
              <a:path w="3723029" h="5602975">
                <a:moveTo>
                  <a:pt x="110574" y="0"/>
                </a:moveTo>
                <a:lnTo>
                  <a:pt x="3612456" y="0"/>
                </a:lnTo>
                <a:cubicBezTo>
                  <a:pt x="3673524" y="0"/>
                  <a:pt x="3723029" y="49506"/>
                  <a:pt x="3723029" y="110574"/>
                </a:cubicBezTo>
                <a:lnTo>
                  <a:pt x="3723029" y="5492401"/>
                </a:lnTo>
                <a:cubicBezTo>
                  <a:pt x="3723029" y="5553469"/>
                  <a:pt x="3673524" y="5602975"/>
                  <a:pt x="3612456" y="5602975"/>
                </a:cubicBezTo>
                <a:lnTo>
                  <a:pt x="110574" y="5602975"/>
                </a:lnTo>
                <a:cubicBezTo>
                  <a:pt x="49506" y="5602975"/>
                  <a:pt x="0" y="5553469"/>
                  <a:pt x="0" y="5492401"/>
                </a:cubicBezTo>
                <a:lnTo>
                  <a:pt x="0" y="110574"/>
                </a:lnTo>
                <a:cubicBezTo>
                  <a:pt x="0" y="49547"/>
                  <a:pt x="49547" y="0"/>
                  <a:pt x="110574" y="0"/>
                </a:cubicBezTo>
                <a:close/>
              </a:path>
            </a:pathLst>
          </a:custGeom>
          <a:gradFill rotWithShape="1" flip="none">
            <a:gsLst>
              <a:gs pos="0">
                <a:srgbClr val="DBEAFE"/>
              </a:gs>
              <a:gs pos="100000">
                <a:srgbClr val="BFDBFE"/>
              </a:gs>
            </a:gsLst>
            <a:lin ang="2700000" scaled="1"/>
          </a:gradFill>
          <a:ln/>
        </p:spPr>
      </p:sp>
      <p:sp>
        <p:nvSpPr>
          <p:cNvPr id="5" name="Shape 3"/>
          <p:cNvSpPr/>
          <p:nvPr/>
        </p:nvSpPr>
        <p:spPr>
          <a:xfrm>
            <a:off x="516063" y="1400744"/>
            <a:ext cx="442340" cy="442340"/>
          </a:xfrm>
          <a:custGeom>
            <a:avLst/>
            <a:gdLst/>
            <a:ahLst/>
            <a:cxnLst/>
            <a:rect l="l" t="t" r="r" b="b"/>
            <a:pathLst>
              <a:path w="442340" h="442340">
                <a:moveTo>
                  <a:pt x="110585" y="0"/>
                </a:moveTo>
                <a:lnTo>
                  <a:pt x="331755" y="0"/>
                </a:lnTo>
                <a:cubicBezTo>
                  <a:pt x="392830" y="0"/>
                  <a:pt x="442340" y="49511"/>
                  <a:pt x="442340" y="110585"/>
                </a:cubicBezTo>
                <a:lnTo>
                  <a:pt x="442340" y="331755"/>
                </a:lnTo>
                <a:cubicBezTo>
                  <a:pt x="442340" y="392830"/>
                  <a:pt x="392830" y="442340"/>
                  <a:pt x="331755" y="442340"/>
                </a:cubicBezTo>
                <a:lnTo>
                  <a:pt x="110585" y="442340"/>
                </a:lnTo>
                <a:cubicBezTo>
                  <a:pt x="49511" y="442340"/>
                  <a:pt x="0" y="392830"/>
                  <a:pt x="0" y="331755"/>
                </a:cubicBezTo>
                <a:lnTo>
                  <a:pt x="0" y="110585"/>
                </a:lnTo>
                <a:cubicBezTo>
                  <a:pt x="0" y="49551"/>
                  <a:pt x="49551" y="0"/>
                  <a:pt x="110585" y="0"/>
                </a:cubicBez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6" name="Shape 4"/>
          <p:cNvSpPr/>
          <p:nvPr/>
        </p:nvSpPr>
        <p:spPr>
          <a:xfrm>
            <a:off x="622041" y="1529760"/>
            <a:ext cx="230385" cy="184308"/>
          </a:xfrm>
          <a:custGeom>
            <a:avLst/>
            <a:gdLst/>
            <a:ahLst/>
            <a:cxnLst/>
            <a:rect l="l" t="t" r="r" b="b"/>
            <a:pathLst>
              <a:path w="230385" h="184308">
                <a:moveTo>
                  <a:pt x="115193" y="80635"/>
                </a:moveTo>
                <a:cubicBezTo>
                  <a:pt x="135855" y="80635"/>
                  <a:pt x="152630" y="63860"/>
                  <a:pt x="152630" y="43197"/>
                </a:cubicBezTo>
                <a:cubicBezTo>
                  <a:pt x="152630" y="22535"/>
                  <a:pt x="135855" y="5760"/>
                  <a:pt x="115193" y="5760"/>
                </a:cubicBezTo>
                <a:cubicBezTo>
                  <a:pt x="94530" y="5760"/>
                  <a:pt x="77755" y="22535"/>
                  <a:pt x="77755" y="43197"/>
                </a:cubicBezTo>
                <a:cubicBezTo>
                  <a:pt x="77755" y="63860"/>
                  <a:pt x="94530" y="80635"/>
                  <a:pt x="115193" y="80635"/>
                </a:cubicBezTo>
                <a:close/>
                <a:moveTo>
                  <a:pt x="34558" y="83515"/>
                </a:moveTo>
                <a:cubicBezTo>
                  <a:pt x="48863" y="83515"/>
                  <a:pt x="60476" y="71901"/>
                  <a:pt x="60476" y="57596"/>
                </a:cubicBezTo>
                <a:cubicBezTo>
                  <a:pt x="60476" y="43292"/>
                  <a:pt x="48863" y="31678"/>
                  <a:pt x="34558" y="31678"/>
                </a:cubicBezTo>
                <a:cubicBezTo>
                  <a:pt x="20253" y="31678"/>
                  <a:pt x="8639" y="43292"/>
                  <a:pt x="8639" y="57596"/>
                </a:cubicBezTo>
                <a:cubicBezTo>
                  <a:pt x="8639" y="71901"/>
                  <a:pt x="20253" y="83515"/>
                  <a:pt x="34558" y="83515"/>
                </a:cubicBezTo>
                <a:close/>
                <a:moveTo>
                  <a:pt x="0" y="149751"/>
                </a:moveTo>
                <a:lnTo>
                  <a:pt x="0" y="161270"/>
                </a:lnTo>
                <a:cubicBezTo>
                  <a:pt x="0" y="167641"/>
                  <a:pt x="5148" y="172789"/>
                  <a:pt x="11519" y="172789"/>
                </a:cubicBezTo>
                <a:lnTo>
                  <a:pt x="42729" y="172789"/>
                </a:lnTo>
                <a:cubicBezTo>
                  <a:pt x="41181" y="169261"/>
                  <a:pt x="40317" y="165374"/>
                  <a:pt x="40317" y="161270"/>
                </a:cubicBezTo>
                <a:lnTo>
                  <a:pt x="40317" y="155510"/>
                </a:lnTo>
                <a:cubicBezTo>
                  <a:pt x="40317" y="136359"/>
                  <a:pt x="47517" y="118865"/>
                  <a:pt x="59360" y="105617"/>
                </a:cubicBezTo>
                <a:cubicBezTo>
                  <a:pt x="55149" y="104357"/>
                  <a:pt x="50685" y="103673"/>
                  <a:pt x="46077" y="103673"/>
                </a:cubicBezTo>
                <a:cubicBezTo>
                  <a:pt x="20627" y="103673"/>
                  <a:pt x="0" y="124300"/>
                  <a:pt x="0" y="149751"/>
                </a:cubicBezTo>
                <a:close/>
                <a:moveTo>
                  <a:pt x="221746" y="57596"/>
                </a:moveTo>
                <a:cubicBezTo>
                  <a:pt x="221746" y="43292"/>
                  <a:pt x="210132" y="31678"/>
                  <a:pt x="195828" y="31678"/>
                </a:cubicBezTo>
                <a:cubicBezTo>
                  <a:pt x="181523" y="31678"/>
                  <a:pt x="169909" y="43292"/>
                  <a:pt x="169909" y="57596"/>
                </a:cubicBezTo>
                <a:cubicBezTo>
                  <a:pt x="169909" y="71901"/>
                  <a:pt x="181523" y="83515"/>
                  <a:pt x="195828" y="83515"/>
                </a:cubicBezTo>
                <a:cubicBezTo>
                  <a:pt x="210132" y="83515"/>
                  <a:pt x="221746" y="71901"/>
                  <a:pt x="221746" y="57596"/>
                </a:cubicBezTo>
                <a:close/>
                <a:moveTo>
                  <a:pt x="57596" y="155510"/>
                </a:moveTo>
                <a:lnTo>
                  <a:pt x="57596" y="161270"/>
                </a:lnTo>
                <a:cubicBezTo>
                  <a:pt x="57596" y="167641"/>
                  <a:pt x="62744" y="172789"/>
                  <a:pt x="69116" y="172789"/>
                </a:cubicBezTo>
                <a:lnTo>
                  <a:pt x="125560" y="172789"/>
                </a:lnTo>
                <a:cubicBezTo>
                  <a:pt x="123004" y="165014"/>
                  <a:pt x="123292" y="156806"/>
                  <a:pt x="129412" y="149751"/>
                </a:cubicBezTo>
                <a:cubicBezTo>
                  <a:pt x="124372" y="143919"/>
                  <a:pt x="122032" y="135459"/>
                  <a:pt x="125308" y="126964"/>
                </a:cubicBezTo>
                <a:cubicBezTo>
                  <a:pt x="127684" y="120808"/>
                  <a:pt x="131032" y="115049"/>
                  <a:pt x="135171" y="109937"/>
                </a:cubicBezTo>
                <a:cubicBezTo>
                  <a:pt x="137115" y="107561"/>
                  <a:pt x="139347" y="105725"/>
                  <a:pt x="141759" y="104393"/>
                </a:cubicBezTo>
                <a:cubicBezTo>
                  <a:pt x="133804" y="100254"/>
                  <a:pt x="124768" y="97914"/>
                  <a:pt x="115193" y="97914"/>
                </a:cubicBezTo>
                <a:cubicBezTo>
                  <a:pt x="83371" y="97914"/>
                  <a:pt x="57596" y="123688"/>
                  <a:pt x="57596" y="155510"/>
                </a:cubicBezTo>
                <a:close/>
                <a:moveTo>
                  <a:pt x="224842" y="139635"/>
                </a:moveTo>
                <a:cubicBezTo>
                  <a:pt x="227110" y="138339"/>
                  <a:pt x="228262" y="135639"/>
                  <a:pt x="227290" y="133156"/>
                </a:cubicBezTo>
                <a:cubicBezTo>
                  <a:pt x="225562" y="128692"/>
                  <a:pt x="223150" y="124480"/>
                  <a:pt x="220126" y="120772"/>
                </a:cubicBezTo>
                <a:cubicBezTo>
                  <a:pt x="218470" y="118721"/>
                  <a:pt x="215554" y="118361"/>
                  <a:pt x="213287" y="119692"/>
                </a:cubicBezTo>
                <a:cubicBezTo>
                  <a:pt x="205439" y="124228"/>
                  <a:pt x="195792" y="118685"/>
                  <a:pt x="195792" y="109577"/>
                </a:cubicBezTo>
                <a:cubicBezTo>
                  <a:pt x="195792" y="106949"/>
                  <a:pt x="194028" y="104609"/>
                  <a:pt x="191436" y="104213"/>
                </a:cubicBezTo>
                <a:cubicBezTo>
                  <a:pt x="186792" y="103493"/>
                  <a:pt x="181789" y="103493"/>
                  <a:pt x="177145" y="104213"/>
                </a:cubicBezTo>
                <a:cubicBezTo>
                  <a:pt x="174553" y="104609"/>
                  <a:pt x="172789" y="106949"/>
                  <a:pt x="172789" y="109577"/>
                </a:cubicBezTo>
                <a:cubicBezTo>
                  <a:pt x="172789" y="118649"/>
                  <a:pt x="163142" y="124228"/>
                  <a:pt x="155294" y="119692"/>
                </a:cubicBezTo>
                <a:cubicBezTo>
                  <a:pt x="153026" y="118397"/>
                  <a:pt x="150111" y="118757"/>
                  <a:pt x="148455" y="120772"/>
                </a:cubicBezTo>
                <a:cubicBezTo>
                  <a:pt x="145431" y="124480"/>
                  <a:pt x="143019" y="128692"/>
                  <a:pt x="141291" y="133156"/>
                </a:cubicBezTo>
                <a:cubicBezTo>
                  <a:pt x="140355" y="135603"/>
                  <a:pt x="141471" y="138303"/>
                  <a:pt x="143739" y="139599"/>
                </a:cubicBezTo>
                <a:cubicBezTo>
                  <a:pt x="151622" y="144135"/>
                  <a:pt x="151622" y="155258"/>
                  <a:pt x="143739" y="159830"/>
                </a:cubicBezTo>
                <a:cubicBezTo>
                  <a:pt x="141471" y="161126"/>
                  <a:pt x="140319" y="163826"/>
                  <a:pt x="141291" y="166274"/>
                </a:cubicBezTo>
                <a:cubicBezTo>
                  <a:pt x="143019" y="170737"/>
                  <a:pt x="145431" y="174949"/>
                  <a:pt x="148455" y="178657"/>
                </a:cubicBezTo>
                <a:cubicBezTo>
                  <a:pt x="150111" y="180709"/>
                  <a:pt x="153026" y="181069"/>
                  <a:pt x="155294" y="179737"/>
                </a:cubicBezTo>
                <a:cubicBezTo>
                  <a:pt x="163142" y="175201"/>
                  <a:pt x="172789" y="180781"/>
                  <a:pt x="172789" y="189852"/>
                </a:cubicBezTo>
                <a:cubicBezTo>
                  <a:pt x="172789" y="192480"/>
                  <a:pt x="174553" y="194820"/>
                  <a:pt x="177145" y="195216"/>
                </a:cubicBezTo>
                <a:cubicBezTo>
                  <a:pt x="181789" y="195936"/>
                  <a:pt x="186792" y="195936"/>
                  <a:pt x="191436" y="195216"/>
                </a:cubicBezTo>
                <a:cubicBezTo>
                  <a:pt x="194028" y="194820"/>
                  <a:pt x="195792" y="192480"/>
                  <a:pt x="195792" y="189852"/>
                </a:cubicBezTo>
                <a:cubicBezTo>
                  <a:pt x="195792" y="180781"/>
                  <a:pt x="205439" y="175201"/>
                  <a:pt x="213287" y="179737"/>
                </a:cubicBezTo>
                <a:cubicBezTo>
                  <a:pt x="215554" y="181033"/>
                  <a:pt x="218470" y="180673"/>
                  <a:pt x="220126" y="178657"/>
                </a:cubicBezTo>
                <a:cubicBezTo>
                  <a:pt x="223150" y="174949"/>
                  <a:pt x="225562" y="170737"/>
                  <a:pt x="227290" y="166274"/>
                </a:cubicBezTo>
                <a:cubicBezTo>
                  <a:pt x="228226" y="163826"/>
                  <a:pt x="227110" y="161126"/>
                  <a:pt x="224842" y="159830"/>
                </a:cubicBezTo>
                <a:cubicBezTo>
                  <a:pt x="216958" y="155294"/>
                  <a:pt x="216958" y="144171"/>
                  <a:pt x="224842" y="139599"/>
                </a:cubicBezTo>
                <a:close/>
                <a:moveTo>
                  <a:pt x="169909" y="149751"/>
                </a:moveTo>
                <a:cubicBezTo>
                  <a:pt x="169909" y="141803"/>
                  <a:pt x="176361" y="135351"/>
                  <a:pt x="184308" y="135351"/>
                </a:cubicBezTo>
                <a:cubicBezTo>
                  <a:pt x="192255" y="135351"/>
                  <a:pt x="198707" y="141803"/>
                  <a:pt x="198707" y="149751"/>
                </a:cubicBezTo>
                <a:cubicBezTo>
                  <a:pt x="198707" y="157698"/>
                  <a:pt x="192255" y="164150"/>
                  <a:pt x="184308" y="164150"/>
                </a:cubicBezTo>
                <a:cubicBezTo>
                  <a:pt x="176361" y="164150"/>
                  <a:pt x="169909" y="157698"/>
                  <a:pt x="169909" y="14975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068989" y="1474467"/>
            <a:ext cx="1907592" cy="294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42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Management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16063" y="1990531"/>
            <a:ext cx="3428136" cy="847819"/>
          </a:xfrm>
          <a:custGeom>
            <a:avLst/>
            <a:gdLst/>
            <a:ahLst/>
            <a:cxnLst/>
            <a:rect l="l" t="t" r="r" b="b"/>
            <a:pathLst>
              <a:path w="3428136" h="847819">
                <a:moveTo>
                  <a:pt x="73726" y="0"/>
                </a:moveTo>
                <a:lnTo>
                  <a:pt x="3354410" y="0"/>
                </a:lnTo>
                <a:cubicBezTo>
                  <a:pt x="3395128" y="0"/>
                  <a:pt x="3428136" y="33008"/>
                  <a:pt x="3428136" y="73726"/>
                </a:cubicBezTo>
                <a:lnTo>
                  <a:pt x="3428136" y="774092"/>
                </a:lnTo>
                <a:cubicBezTo>
                  <a:pt x="3428136" y="814810"/>
                  <a:pt x="3395128" y="847819"/>
                  <a:pt x="3354410" y="847819"/>
                </a:cubicBezTo>
                <a:lnTo>
                  <a:pt x="73726" y="847819"/>
                </a:lnTo>
                <a:cubicBezTo>
                  <a:pt x="33008" y="847819"/>
                  <a:pt x="0" y="814810"/>
                  <a:pt x="0" y="774092"/>
                </a:cubicBezTo>
                <a:lnTo>
                  <a:pt x="0" y="73726"/>
                </a:lnTo>
                <a:cubicBezTo>
                  <a:pt x="0" y="33036"/>
                  <a:pt x="33036" y="0"/>
                  <a:pt x="73726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626649" y="2137977"/>
            <a:ext cx="184308" cy="147447"/>
          </a:xfrm>
          <a:custGeom>
            <a:avLst/>
            <a:gdLst/>
            <a:ahLst/>
            <a:cxnLst/>
            <a:rect l="l" t="t" r="r" b="b"/>
            <a:pathLst>
              <a:path w="184308" h="147447">
                <a:moveTo>
                  <a:pt x="39166" y="36862"/>
                </a:moveTo>
                <a:cubicBezTo>
                  <a:pt x="39166" y="17789"/>
                  <a:pt x="54650" y="2304"/>
                  <a:pt x="73723" y="2304"/>
                </a:cubicBezTo>
                <a:cubicBezTo>
                  <a:pt x="92796" y="2304"/>
                  <a:pt x="108281" y="17789"/>
                  <a:pt x="108281" y="36862"/>
                </a:cubicBezTo>
                <a:cubicBezTo>
                  <a:pt x="108281" y="55935"/>
                  <a:pt x="92796" y="71420"/>
                  <a:pt x="73723" y="71420"/>
                </a:cubicBezTo>
                <a:cubicBezTo>
                  <a:pt x="54650" y="71420"/>
                  <a:pt x="39166" y="55935"/>
                  <a:pt x="39166" y="36862"/>
                </a:cubicBezTo>
                <a:close/>
                <a:moveTo>
                  <a:pt x="13823" y="138894"/>
                </a:moveTo>
                <a:cubicBezTo>
                  <a:pt x="13823" y="110527"/>
                  <a:pt x="36804" y="87546"/>
                  <a:pt x="65170" y="87546"/>
                </a:cubicBezTo>
                <a:lnTo>
                  <a:pt x="82276" y="87546"/>
                </a:lnTo>
                <a:cubicBezTo>
                  <a:pt x="110643" y="87546"/>
                  <a:pt x="133624" y="110527"/>
                  <a:pt x="133624" y="138894"/>
                </a:cubicBezTo>
                <a:cubicBezTo>
                  <a:pt x="133624" y="143617"/>
                  <a:pt x="129793" y="147447"/>
                  <a:pt x="125071" y="147447"/>
                </a:cubicBezTo>
                <a:lnTo>
                  <a:pt x="22376" y="147447"/>
                </a:lnTo>
                <a:cubicBezTo>
                  <a:pt x="17653" y="147447"/>
                  <a:pt x="13823" y="143617"/>
                  <a:pt x="13823" y="138894"/>
                </a:cubicBezTo>
                <a:close/>
                <a:moveTo>
                  <a:pt x="156662" y="27646"/>
                </a:moveTo>
                <a:cubicBezTo>
                  <a:pt x="160492" y="27646"/>
                  <a:pt x="163574" y="30728"/>
                  <a:pt x="163574" y="34558"/>
                </a:cubicBezTo>
                <a:lnTo>
                  <a:pt x="163574" y="48381"/>
                </a:lnTo>
                <a:lnTo>
                  <a:pt x="177397" y="48381"/>
                </a:lnTo>
                <a:cubicBezTo>
                  <a:pt x="181227" y="48381"/>
                  <a:pt x="184308" y="51462"/>
                  <a:pt x="184308" y="55293"/>
                </a:cubicBezTo>
                <a:cubicBezTo>
                  <a:pt x="184308" y="59123"/>
                  <a:pt x="181227" y="62204"/>
                  <a:pt x="177397" y="62204"/>
                </a:cubicBezTo>
                <a:lnTo>
                  <a:pt x="163574" y="62204"/>
                </a:lnTo>
                <a:lnTo>
                  <a:pt x="163574" y="76027"/>
                </a:lnTo>
                <a:cubicBezTo>
                  <a:pt x="163574" y="79857"/>
                  <a:pt x="160492" y="82939"/>
                  <a:pt x="156662" y="82939"/>
                </a:cubicBezTo>
                <a:cubicBezTo>
                  <a:pt x="152832" y="82939"/>
                  <a:pt x="149751" y="79857"/>
                  <a:pt x="149751" y="76027"/>
                </a:cubicBezTo>
                <a:lnTo>
                  <a:pt x="149751" y="62204"/>
                </a:lnTo>
                <a:lnTo>
                  <a:pt x="135927" y="62204"/>
                </a:lnTo>
                <a:cubicBezTo>
                  <a:pt x="132097" y="62204"/>
                  <a:pt x="129016" y="59123"/>
                  <a:pt x="129016" y="55293"/>
                </a:cubicBezTo>
                <a:cubicBezTo>
                  <a:pt x="129016" y="51462"/>
                  <a:pt x="132097" y="48381"/>
                  <a:pt x="135927" y="48381"/>
                </a:cubicBezTo>
                <a:lnTo>
                  <a:pt x="149751" y="48381"/>
                </a:lnTo>
                <a:lnTo>
                  <a:pt x="149751" y="34558"/>
                </a:lnTo>
                <a:cubicBezTo>
                  <a:pt x="149751" y="30728"/>
                  <a:pt x="152832" y="27646"/>
                  <a:pt x="156662" y="27646"/>
                </a:cubicBez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810957" y="2101116"/>
            <a:ext cx="3096381" cy="221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1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Registration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26649" y="2359147"/>
            <a:ext cx="3271474" cy="368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6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New users can create accounts with secure credentials and profile information.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16063" y="2948934"/>
            <a:ext cx="3428136" cy="847819"/>
          </a:xfrm>
          <a:custGeom>
            <a:avLst/>
            <a:gdLst/>
            <a:ahLst/>
            <a:cxnLst/>
            <a:rect l="l" t="t" r="r" b="b"/>
            <a:pathLst>
              <a:path w="3428136" h="847819">
                <a:moveTo>
                  <a:pt x="73726" y="0"/>
                </a:moveTo>
                <a:lnTo>
                  <a:pt x="3354410" y="0"/>
                </a:lnTo>
                <a:cubicBezTo>
                  <a:pt x="3395128" y="0"/>
                  <a:pt x="3428136" y="33008"/>
                  <a:pt x="3428136" y="73726"/>
                </a:cubicBezTo>
                <a:lnTo>
                  <a:pt x="3428136" y="774092"/>
                </a:lnTo>
                <a:cubicBezTo>
                  <a:pt x="3428136" y="814810"/>
                  <a:pt x="3395128" y="847819"/>
                  <a:pt x="3354410" y="847819"/>
                </a:cubicBezTo>
                <a:lnTo>
                  <a:pt x="73726" y="847819"/>
                </a:lnTo>
                <a:cubicBezTo>
                  <a:pt x="33008" y="847819"/>
                  <a:pt x="0" y="814810"/>
                  <a:pt x="0" y="774092"/>
                </a:cubicBezTo>
                <a:lnTo>
                  <a:pt x="0" y="73726"/>
                </a:lnTo>
                <a:cubicBezTo>
                  <a:pt x="0" y="33036"/>
                  <a:pt x="33036" y="0"/>
                  <a:pt x="73726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645079" y="3096381"/>
            <a:ext cx="147447" cy="147447"/>
          </a:xfrm>
          <a:custGeom>
            <a:avLst/>
            <a:gdLst/>
            <a:ahLst/>
            <a:cxnLst/>
            <a:rect l="l" t="t" r="r" b="b"/>
            <a:pathLst>
              <a:path w="147447" h="147447">
                <a:moveTo>
                  <a:pt x="99354" y="78619"/>
                </a:moveTo>
                <a:cubicBezTo>
                  <a:pt x="102061" y="75912"/>
                  <a:pt x="102061" y="71535"/>
                  <a:pt x="99354" y="68856"/>
                </a:cubicBezTo>
                <a:lnTo>
                  <a:pt x="57884" y="27358"/>
                </a:lnTo>
                <a:cubicBezTo>
                  <a:pt x="55897" y="25371"/>
                  <a:pt x="52931" y="24795"/>
                  <a:pt x="50339" y="25861"/>
                </a:cubicBezTo>
                <a:cubicBezTo>
                  <a:pt x="47747" y="26926"/>
                  <a:pt x="46077" y="29461"/>
                  <a:pt x="46077" y="32254"/>
                </a:cubicBezTo>
                <a:lnTo>
                  <a:pt x="46077" y="55293"/>
                </a:lnTo>
                <a:lnTo>
                  <a:pt x="13823" y="55293"/>
                </a:lnTo>
                <a:cubicBezTo>
                  <a:pt x="6192" y="55293"/>
                  <a:pt x="0" y="61484"/>
                  <a:pt x="0" y="69116"/>
                </a:cubicBezTo>
                <a:lnTo>
                  <a:pt x="0" y="78331"/>
                </a:lnTo>
                <a:cubicBezTo>
                  <a:pt x="0" y="85963"/>
                  <a:pt x="6192" y="92154"/>
                  <a:pt x="13823" y="92154"/>
                </a:cubicBezTo>
                <a:lnTo>
                  <a:pt x="46077" y="92154"/>
                </a:lnTo>
                <a:lnTo>
                  <a:pt x="46077" y="115193"/>
                </a:lnTo>
                <a:cubicBezTo>
                  <a:pt x="46077" y="117986"/>
                  <a:pt x="47747" y="120520"/>
                  <a:pt x="50339" y="121586"/>
                </a:cubicBezTo>
                <a:cubicBezTo>
                  <a:pt x="52931" y="122651"/>
                  <a:pt x="55897" y="122076"/>
                  <a:pt x="57884" y="120088"/>
                </a:cubicBezTo>
                <a:lnTo>
                  <a:pt x="99354" y="78619"/>
                </a:lnTo>
                <a:close/>
                <a:moveTo>
                  <a:pt x="101370" y="119800"/>
                </a:moveTo>
                <a:cubicBezTo>
                  <a:pt x="96272" y="119800"/>
                  <a:pt x="92154" y="123919"/>
                  <a:pt x="92154" y="129016"/>
                </a:cubicBezTo>
                <a:cubicBezTo>
                  <a:pt x="92154" y="134113"/>
                  <a:pt x="96272" y="138231"/>
                  <a:pt x="101370" y="138231"/>
                </a:cubicBezTo>
                <a:lnTo>
                  <a:pt x="119800" y="138231"/>
                </a:lnTo>
                <a:cubicBezTo>
                  <a:pt x="135063" y="138231"/>
                  <a:pt x="147447" y="125848"/>
                  <a:pt x="147447" y="110585"/>
                </a:cubicBezTo>
                <a:lnTo>
                  <a:pt x="147447" y="36862"/>
                </a:lnTo>
                <a:cubicBezTo>
                  <a:pt x="147447" y="21599"/>
                  <a:pt x="135063" y="9215"/>
                  <a:pt x="119800" y="9215"/>
                </a:cubicBezTo>
                <a:lnTo>
                  <a:pt x="101370" y="9215"/>
                </a:lnTo>
                <a:cubicBezTo>
                  <a:pt x="96272" y="9215"/>
                  <a:pt x="92154" y="13334"/>
                  <a:pt x="92154" y="18431"/>
                </a:cubicBezTo>
                <a:cubicBezTo>
                  <a:pt x="92154" y="23528"/>
                  <a:pt x="96272" y="27646"/>
                  <a:pt x="101370" y="27646"/>
                </a:cubicBezTo>
                <a:lnTo>
                  <a:pt x="119800" y="27646"/>
                </a:lnTo>
                <a:cubicBezTo>
                  <a:pt x="124898" y="27646"/>
                  <a:pt x="129016" y="31764"/>
                  <a:pt x="129016" y="36862"/>
                </a:cubicBezTo>
                <a:lnTo>
                  <a:pt x="129016" y="110585"/>
                </a:lnTo>
                <a:cubicBezTo>
                  <a:pt x="129016" y="115682"/>
                  <a:pt x="124898" y="119800"/>
                  <a:pt x="119800" y="119800"/>
                </a:cubicBezTo>
                <a:lnTo>
                  <a:pt x="101370" y="119800"/>
                </a:ln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810957" y="3059519"/>
            <a:ext cx="3096381" cy="221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1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Login System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26649" y="3317551"/>
            <a:ext cx="3271474" cy="368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6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Secure authentication with password protection and session management.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234965" y="1253297"/>
            <a:ext cx="3723029" cy="3022658"/>
          </a:xfrm>
          <a:custGeom>
            <a:avLst/>
            <a:gdLst/>
            <a:ahLst/>
            <a:cxnLst/>
            <a:rect l="l" t="t" r="r" b="b"/>
            <a:pathLst>
              <a:path w="3723029" h="3022658">
                <a:moveTo>
                  <a:pt x="110599" y="0"/>
                </a:moveTo>
                <a:lnTo>
                  <a:pt x="3612430" y="0"/>
                </a:lnTo>
                <a:cubicBezTo>
                  <a:pt x="3673513" y="0"/>
                  <a:pt x="3723029" y="49517"/>
                  <a:pt x="3723029" y="110599"/>
                </a:cubicBezTo>
                <a:lnTo>
                  <a:pt x="3723029" y="2912059"/>
                </a:lnTo>
                <a:cubicBezTo>
                  <a:pt x="3723029" y="2973141"/>
                  <a:pt x="3673513" y="3022658"/>
                  <a:pt x="3612430" y="3022658"/>
                </a:cubicBezTo>
                <a:lnTo>
                  <a:pt x="110599" y="3022658"/>
                </a:lnTo>
                <a:cubicBezTo>
                  <a:pt x="49558" y="3022658"/>
                  <a:pt x="0" y="2973100"/>
                  <a:pt x="0" y="2912059"/>
                </a:cubicBezTo>
                <a:lnTo>
                  <a:pt x="0" y="110599"/>
                </a:lnTo>
                <a:cubicBezTo>
                  <a:pt x="0" y="49558"/>
                  <a:pt x="49558" y="0"/>
                  <a:pt x="110599" y="0"/>
                </a:cubicBezTo>
                <a:close/>
              </a:path>
            </a:pathLst>
          </a:custGeom>
          <a:gradFill rotWithShape="1" flip="none">
            <a:gsLst>
              <a:gs pos="0">
                <a:srgbClr val="D1FAE5"/>
              </a:gs>
              <a:gs pos="100000">
                <a:srgbClr val="A7F3D0"/>
              </a:gs>
            </a:gsLst>
            <a:lin ang="2700000" scaled="1"/>
          </a:gradFill>
          <a:ln/>
        </p:spPr>
      </p:sp>
      <p:sp>
        <p:nvSpPr>
          <p:cNvPr id="17" name="Shape 15"/>
          <p:cNvSpPr/>
          <p:nvPr/>
        </p:nvSpPr>
        <p:spPr>
          <a:xfrm>
            <a:off x="4382412" y="1400744"/>
            <a:ext cx="442340" cy="442340"/>
          </a:xfrm>
          <a:custGeom>
            <a:avLst/>
            <a:gdLst/>
            <a:ahLst/>
            <a:cxnLst/>
            <a:rect l="l" t="t" r="r" b="b"/>
            <a:pathLst>
              <a:path w="442340" h="442340">
                <a:moveTo>
                  <a:pt x="110585" y="0"/>
                </a:moveTo>
                <a:lnTo>
                  <a:pt x="331755" y="0"/>
                </a:lnTo>
                <a:cubicBezTo>
                  <a:pt x="392830" y="0"/>
                  <a:pt x="442340" y="49511"/>
                  <a:pt x="442340" y="110585"/>
                </a:cubicBezTo>
                <a:lnTo>
                  <a:pt x="442340" y="331755"/>
                </a:lnTo>
                <a:cubicBezTo>
                  <a:pt x="442340" y="392830"/>
                  <a:pt x="392830" y="442340"/>
                  <a:pt x="331755" y="442340"/>
                </a:cubicBezTo>
                <a:lnTo>
                  <a:pt x="110585" y="442340"/>
                </a:lnTo>
                <a:cubicBezTo>
                  <a:pt x="49511" y="442340"/>
                  <a:pt x="0" y="392830"/>
                  <a:pt x="0" y="331755"/>
                </a:cubicBezTo>
                <a:lnTo>
                  <a:pt x="0" y="110585"/>
                </a:lnTo>
                <a:cubicBezTo>
                  <a:pt x="0" y="49551"/>
                  <a:pt x="49551" y="0"/>
                  <a:pt x="110585" y="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8" name="Shape 16"/>
          <p:cNvSpPr/>
          <p:nvPr/>
        </p:nvSpPr>
        <p:spPr>
          <a:xfrm>
            <a:off x="4511428" y="1529760"/>
            <a:ext cx="184308" cy="184308"/>
          </a:xfrm>
          <a:custGeom>
            <a:avLst/>
            <a:gdLst/>
            <a:ahLst/>
            <a:cxnLst/>
            <a:rect l="l" t="t" r="r" b="b"/>
            <a:pathLst>
              <a:path w="184308" h="184308">
                <a:moveTo>
                  <a:pt x="48165" y="13067"/>
                </a:moveTo>
                <a:cubicBezTo>
                  <a:pt x="52089" y="15803"/>
                  <a:pt x="53025" y="21203"/>
                  <a:pt x="50289" y="25090"/>
                </a:cubicBezTo>
                <a:lnTo>
                  <a:pt x="30130" y="53889"/>
                </a:lnTo>
                <a:cubicBezTo>
                  <a:pt x="28654" y="55976"/>
                  <a:pt x="26350" y="57308"/>
                  <a:pt x="23795" y="57524"/>
                </a:cubicBezTo>
                <a:cubicBezTo>
                  <a:pt x="21239" y="57740"/>
                  <a:pt x="18719" y="56876"/>
                  <a:pt x="16919" y="55077"/>
                </a:cubicBezTo>
                <a:lnTo>
                  <a:pt x="2520" y="40677"/>
                </a:lnTo>
                <a:cubicBezTo>
                  <a:pt x="-828" y="37294"/>
                  <a:pt x="-828" y="31822"/>
                  <a:pt x="2520" y="28438"/>
                </a:cubicBezTo>
                <a:cubicBezTo>
                  <a:pt x="5868" y="25054"/>
                  <a:pt x="11375" y="25090"/>
                  <a:pt x="14759" y="28438"/>
                </a:cubicBezTo>
                <a:lnTo>
                  <a:pt x="21887" y="35566"/>
                </a:lnTo>
                <a:lnTo>
                  <a:pt x="36142" y="15191"/>
                </a:lnTo>
                <a:cubicBezTo>
                  <a:pt x="38878" y="11267"/>
                  <a:pt x="44277" y="10331"/>
                  <a:pt x="48165" y="13067"/>
                </a:cubicBezTo>
                <a:close/>
                <a:moveTo>
                  <a:pt x="48165" y="70664"/>
                </a:moveTo>
                <a:cubicBezTo>
                  <a:pt x="52089" y="73399"/>
                  <a:pt x="53025" y="78799"/>
                  <a:pt x="50289" y="82687"/>
                </a:cubicBezTo>
                <a:lnTo>
                  <a:pt x="30130" y="111485"/>
                </a:lnTo>
                <a:cubicBezTo>
                  <a:pt x="28654" y="113573"/>
                  <a:pt x="26350" y="114905"/>
                  <a:pt x="23795" y="115121"/>
                </a:cubicBezTo>
                <a:cubicBezTo>
                  <a:pt x="21239" y="115337"/>
                  <a:pt x="18719" y="114473"/>
                  <a:pt x="16919" y="112673"/>
                </a:cubicBezTo>
                <a:lnTo>
                  <a:pt x="2520" y="98274"/>
                </a:lnTo>
                <a:cubicBezTo>
                  <a:pt x="-864" y="94890"/>
                  <a:pt x="-864" y="89418"/>
                  <a:pt x="2520" y="86071"/>
                </a:cubicBezTo>
                <a:cubicBezTo>
                  <a:pt x="5904" y="82723"/>
                  <a:pt x="11375" y="82687"/>
                  <a:pt x="14723" y="86071"/>
                </a:cubicBezTo>
                <a:lnTo>
                  <a:pt x="21851" y="93198"/>
                </a:lnTo>
                <a:lnTo>
                  <a:pt x="36106" y="72823"/>
                </a:lnTo>
                <a:cubicBezTo>
                  <a:pt x="38842" y="68900"/>
                  <a:pt x="44241" y="67964"/>
                  <a:pt x="48129" y="70700"/>
                </a:cubicBezTo>
                <a:close/>
                <a:moveTo>
                  <a:pt x="80635" y="34558"/>
                </a:moveTo>
                <a:cubicBezTo>
                  <a:pt x="80635" y="28186"/>
                  <a:pt x="85783" y="23039"/>
                  <a:pt x="92154" y="23039"/>
                </a:cubicBezTo>
                <a:lnTo>
                  <a:pt x="172789" y="23039"/>
                </a:lnTo>
                <a:cubicBezTo>
                  <a:pt x="179161" y="23039"/>
                  <a:pt x="184308" y="28186"/>
                  <a:pt x="184308" y="34558"/>
                </a:cubicBezTo>
                <a:cubicBezTo>
                  <a:pt x="184308" y="40929"/>
                  <a:pt x="179161" y="46077"/>
                  <a:pt x="172789" y="46077"/>
                </a:cubicBezTo>
                <a:lnTo>
                  <a:pt x="92154" y="46077"/>
                </a:lnTo>
                <a:cubicBezTo>
                  <a:pt x="85783" y="46077"/>
                  <a:pt x="80635" y="40929"/>
                  <a:pt x="80635" y="34558"/>
                </a:cubicBezTo>
                <a:close/>
                <a:moveTo>
                  <a:pt x="80635" y="92154"/>
                </a:moveTo>
                <a:cubicBezTo>
                  <a:pt x="80635" y="85783"/>
                  <a:pt x="85783" y="80635"/>
                  <a:pt x="92154" y="80635"/>
                </a:cubicBezTo>
                <a:lnTo>
                  <a:pt x="172789" y="80635"/>
                </a:lnTo>
                <a:cubicBezTo>
                  <a:pt x="179161" y="80635"/>
                  <a:pt x="184308" y="85783"/>
                  <a:pt x="184308" y="92154"/>
                </a:cubicBezTo>
                <a:cubicBezTo>
                  <a:pt x="184308" y="98526"/>
                  <a:pt x="179161" y="103673"/>
                  <a:pt x="172789" y="103673"/>
                </a:cubicBezTo>
                <a:lnTo>
                  <a:pt x="92154" y="103673"/>
                </a:lnTo>
                <a:cubicBezTo>
                  <a:pt x="85783" y="103673"/>
                  <a:pt x="80635" y="98526"/>
                  <a:pt x="80635" y="92154"/>
                </a:cubicBezTo>
                <a:close/>
                <a:moveTo>
                  <a:pt x="57596" y="149751"/>
                </a:moveTo>
                <a:cubicBezTo>
                  <a:pt x="57596" y="143379"/>
                  <a:pt x="62744" y="138231"/>
                  <a:pt x="69116" y="138231"/>
                </a:cubicBezTo>
                <a:lnTo>
                  <a:pt x="172789" y="138231"/>
                </a:lnTo>
                <a:cubicBezTo>
                  <a:pt x="179161" y="138231"/>
                  <a:pt x="184308" y="143379"/>
                  <a:pt x="184308" y="149751"/>
                </a:cubicBezTo>
                <a:cubicBezTo>
                  <a:pt x="184308" y="156122"/>
                  <a:pt x="179161" y="161270"/>
                  <a:pt x="172789" y="161270"/>
                </a:cubicBezTo>
                <a:lnTo>
                  <a:pt x="69116" y="161270"/>
                </a:lnTo>
                <a:cubicBezTo>
                  <a:pt x="62744" y="161270"/>
                  <a:pt x="57596" y="156122"/>
                  <a:pt x="57596" y="149751"/>
                </a:cubicBezTo>
                <a:close/>
                <a:moveTo>
                  <a:pt x="23039" y="135351"/>
                </a:moveTo>
                <a:cubicBezTo>
                  <a:pt x="30986" y="135351"/>
                  <a:pt x="37438" y="141803"/>
                  <a:pt x="37438" y="149751"/>
                </a:cubicBezTo>
                <a:cubicBezTo>
                  <a:pt x="37438" y="157698"/>
                  <a:pt x="30986" y="164150"/>
                  <a:pt x="23039" y="164150"/>
                </a:cubicBezTo>
                <a:cubicBezTo>
                  <a:pt x="15091" y="164150"/>
                  <a:pt x="8639" y="157698"/>
                  <a:pt x="8639" y="149751"/>
                </a:cubicBezTo>
                <a:cubicBezTo>
                  <a:pt x="8639" y="141803"/>
                  <a:pt x="15091" y="135351"/>
                  <a:pt x="23039" y="13535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4935337" y="1474467"/>
            <a:ext cx="2285424" cy="294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42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Expense Management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382412" y="1990531"/>
            <a:ext cx="3428136" cy="479202"/>
          </a:xfrm>
          <a:custGeom>
            <a:avLst/>
            <a:gdLst/>
            <a:ahLst/>
            <a:cxnLst/>
            <a:rect l="l" t="t" r="r" b="b"/>
            <a:pathLst>
              <a:path w="3428136" h="479202">
                <a:moveTo>
                  <a:pt x="73725" y="0"/>
                </a:moveTo>
                <a:lnTo>
                  <a:pt x="3354411" y="0"/>
                </a:lnTo>
                <a:cubicBezTo>
                  <a:pt x="3395128" y="0"/>
                  <a:pt x="3428136" y="33008"/>
                  <a:pt x="3428136" y="73725"/>
                </a:cubicBezTo>
                <a:lnTo>
                  <a:pt x="3428136" y="405477"/>
                </a:lnTo>
                <a:cubicBezTo>
                  <a:pt x="3428136" y="446194"/>
                  <a:pt x="3395128" y="479202"/>
                  <a:pt x="3354411" y="479202"/>
                </a:cubicBezTo>
                <a:lnTo>
                  <a:pt x="73725" y="479202"/>
                </a:lnTo>
                <a:cubicBezTo>
                  <a:pt x="33008" y="479202"/>
                  <a:pt x="0" y="446194"/>
                  <a:pt x="0" y="405477"/>
                </a:cubicBezTo>
                <a:lnTo>
                  <a:pt x="0" y="73725"/>
                </a:lnTo>
                <a:cubicBezTo>
                  <a:pt x="0" y="33035"/>
                  <a:pt x="33035" y="0"/>
                  <a:pt x="73725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4479174" y="2147193"/>
            <a:ext cx="165878" cy="165878"/>
          </a:xfrm>
          <a:custGeom>
            <a:avLst/>
            <a:gdLst/>
            <a:ahLst/>
            <a:cxnLst/>
            <a:rect l="l" t="t" r="r" b="b"/>
            <a:pathLst>
              <a:path w="165878" h="165878">
                <a:moveTo>
                  <a:pt x="82939" y="165878"/>
                </a:moveTo>
                <a:cubicBezTo>
                  <a:pt x="128714" y="165878"/>
                  <a:pt x="165878" y="128714"/>
                  <a:pt x="165878" y="82939"/>
                </a:cubicBezTo>
                <a:cubicBezTo>
                  <a:pt x="165878" y="37164"/>
                  <a:pt x="128714" y="0"/>
                  <a:pt x="82939" y="0"/>
                </a:cubicBezTo>
                <a:cubicBezTo>
                  <a:pt x="37164" y="0"/>
                  <a:pt x="0" y="37164"/>
                  <a:pt x="0" y="82939"/>
                </a:cubicBezTo>
                <a:cubicBezTo>
                  <a:pt x="0" y="128714"/>
                  <a:pt x="37164" y="165878"/>
                  <a:pt x="82939" y="165878"/>
                </a:cubicBezTo>
                <a:close/>
                <a:moveTo>
                  <a:pt x="75163" y="111449"/>
                </a:moveTo>
                <a:lnTo>
                  <a:pt x="75163" y="90714"/>
                </a:lnTo>
                <a:lnTo>
                  <a:pt x="54429" y="90714"/>
                </a:lnTo>
                <a:cubicBezTo>
                  <a:pt x="50120" y="90714"/>
                  <a:pt x="46653" y="87248"/>
                  <a:pt x="46653" y="82939"/>
                </a:cubicBezTo>
                <a:cubicBezTo>
                  <a:pt x="46653" y="78630"/>
                  <a:pt x="50120" y="75163"/>
                  <a:pt x="54429" y="75163"/>
                </a:cubicBezTo>
                <a:lnTo>
                  <a:pt x="75163" y="75163"/>
                </a:lnTo>
                <a:lnTo>
                  <a:pt x="75163" y="54429"/>
                </a:lnTo>
                <a:cubicBezTo>
                  <a:pt x="75163" y="50120"/>
                  <a:pt x="78630" y="46653"/>
                  <a:pt x="82939" y="46653"/>
                </a:cubicBezTo>
                <a:cubicBezTo>
                  <a:pt x="87248" y="46653"/>
                  <a:pt x="90714" y="50120"/>
                  <a:pt x="90714" y="54429"/>
                </a:cubicBezTo>
                <a:lnTo>
                  <a:pt x="90714" y="75163"/>
                </a:lnTo>
                <a:lnTo>
                  <a:pt x="111449" y="75163"/>
                </a:lnTo>
                <a:cubicBezTo>
                  <a:pt x="115758" y="75163"/>
                  <a:pt x="119224" y="78630"/>
                  <a:pt x="119224" y="82939"/>
                </a:cubicBezTo>
                <a:cubicBezTo>
                  <a:pt x="119224" y="87248"/>
                  <a:pt x="115758" y="90714"/>
                  <a:pt x="111449" y="90714"/>
                </a:cubicBezTo>
                <a:lnTo>
                  <a:pt x="90714" y="90714"/>
                </a:lnTo>
                <a:lnTo>
                  <a:pt x="90714" y="111449"/>
                </a:lnTo>
                <a:cubicBezTo>
                  <a:pt x="90714" y="115758"/>
                  <a:pt x="87248" y="119224"/>
                  <a:pt x="82939" y="119224"/>
                </a:cubicBezTo>
                <a:cubicBezTo>
                  <a:pt x="78630" y="119224"/>
                  <a:pt x="75163" y="115758"/>
                  <a:pt x="75163" y="111449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4737206" y="2064254"/>
            <a:ext cx="1253297" cy="184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6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Add Expense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737206" y="2248562"/>
            <a:ext cx="1244082" cy="1474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1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Record new transactions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382412" y="2543456"/>
            <a:ext cx="3428136" cy="479202"/>
          </a:xfrm>
          <a:custGeom>
            <a:avLst/>
            <a:gdLst/>
            <a:ahLst/>
            <a:cxnLst/>
            <a:rect l="l" t="t" r="r" b="b"/>
            <a:pathLst>
              <a:path w="3428136" h="479202">
                <a:moveTo>
                  <a:pt x="73725" y="0"/>
                </a:moveTo>
                <a:lnTo>
                  <a:pt x="3354411" y="0"/>
                </a:lnTo>
                <a:cubicBezTo>
                  <a:pt x="3395128" y="0"/>
                  <a:pt x="3428136" y="33008"/>
                  <a:pt x="3428136" y="73725"/>
                </a:cubicBezTo>
                <a:lnTo>
                  <a:pt x="3428136" y="405477"/>
                </a:lnTo>
                <a:cubicBezTo>
                  <a:pt x="3428136" y="446194"/>
                  <a:pt x="3395128" y="479202"/>
                  <a:pt x="3354411" y="479202"/>
                </a:cubicBezTo>
                <a:lnTo>
                  <a:pt x="73725" y="479202"/>
                </a:lnTo>
                <a:cubicBezTo>
                  <a:pt x="33008" y="479202"/>
                  <a:pt x="0" y="446194"/>
                  <a:pt x="0" y="405477"/>
                </a:cubicBezTo>
                <a:lnTo>
                  <a:pt x="0" y="73725"/>
                </a:lnTo>
                <a:cubicBezTo>
                  <a:pt x="0" y="33035"/>
                  <a:pt x="33035" y="0"/>
                  <a:pt x="73725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4479174" y="2700118"/>
            <a:ext cx="165878" cy="165878"/>
          </a:xfrm>
          <a:custGeom>
            <a:avLst/>
            <a:gdLst/>
            <a:ahLst/>
            <a:cxnLst/>
            <a:rect l="l" t="t" r="r" b="b"/>
            <a:pathLst>
              <a:path w="165878" h="165878">
                <a:moveTo>
                  <a:pt x="152789" y="7030"/>
                </a:moveTo>
                <a:cubicBezTo>
                  <a:pt x="145694" y="-65"/>
                  <a:pt x="134225" y="-65"/>
                  <a:pt x="127130" y="7030"/>
                </a:cubicBezTo>
                <a:lnTo>
                  <a:pt x="119224" y="14935"/>
                </a:lnTo>
                <a:lnTo>
                  <a:pt x="150942" y="46653"/>
                </a:lnTo>
                <a:lnTo>
                  <a:pt x="158847" y="38748"/>
                </a:lnTo>
                <a:cubicBezTo>
                  <a:pt x="165942" y="31653"/>
                  <a:pt x="165942" y="20184"/>
                  <a:pt x="158847" y="13089"/>
                </a:cubicBezTo>
                <a:lnTo>
                  <a:pt x="152789" y="7030"/>
                </a:lnTo>
                <a:close/>
                <a:moveTo>
                  <a:pt x="55854" y="78306"/>
                </a:moveTo>
                <a:cubicBezTo>
                  <a:pt x="53878" y="80282"/>
                  <a:pt x="52355" y="82712"/>
                  <a:pt x="51480" y="85401"/>
                </a:cubicBezTo>
                <a:lnTo>
                  <a:pt x="41891" y="114170"/>
                </a:lnTo>
                <a:cubicBezTo>
                  <a:pt x="40951" y="116957"/>
                  <a:pt x="41696" y="120034"/>
                  <a:pt x="43770" y="122140"/>
                </a:cubicBezTo>
                <a:cubicBezTo>
                  <a:pt x="45843" y="124246"/>
                  <a:pt x="48921" y="124959"/>
                  <a:pt x="51740" y="124019"/>
                </a:cubicBezTo>
                <a:lnTo>
                  <a:pt x="80509" y="114430"/>
                </a:lnTo>
                <a:cubicBezTo>
                  <a:pt x="83166" y="113555"/>
                  <a:pt x="85595" y="112032"/>
                  <a:pt x="87604" y="110056"/>
                </a:cubicBezTo>
                <a:lnTo>
                  <a:pt x="139959" y="57636"/>
                </a:lnTo>
                <a:lnTo>
                  <a:pt x="108242" y="25918"/>
                </a:lnTo>
                <a:lnTo>
                  <a:pt x="55854" y="78306"/>
                </a:lnTo>
                <a:close/>
                <a:moveTo>
                  <a:pt x="31102" y="20735"/>
                </a:moveTo>
                <a:cubicBezTo>
                  <a:pt x="13931" y="20735"/>
                  <a:pt x="0" y="34666"/>
                  <a:pt x="0" y="51837"/>
                </a:cubicBezTo>
                <a:lnTo>
                  <a:pt x="0" y="134776"/>
                </a:lnTo>
                <a:cubicBezTo>
                  <a:pt x="0" y="151946"/>
                  <a:pt x="13931" y="165878"/>
                  <a:pt x="31102" y="165878"/>
                </a:cubicBezTo>
                <a:lnTo>
                  <a:pt x="114041" y="165878"/>
                </a:lnTo>
                <a:cubicBezTo>
                  <a:pt x="131212" y="165878"/>
                  <a:pt x="145143" y="151946"/>
                  <a:pt x="145143" y="134776"/>
                </a:cubicBezTo>
                <a:lnTo>
                  <a:pt x="145143" y="103673"/>
                </a:lnTo>
                <a:cubicBezTo>
                  <a:pt x="145143" y="97939"/>
                  <a:pt x="140510" y="93306"/>
                  <a:pt x="134776" y="93306"/>
                </a:cubicBezTo>
                <a:cubicBezTo>
                  <a:pt x="129041" y="93306"/>
                  <a:pt x="124408" y="97939"/>
                  <a:pt x="124408" y="103673"/>
                </a:cubicBezTo>
                <a:lnTo>
                  <a:pt x="124408" y="134776"/>
                </a:lnTo>
                <a:cubicBezTo>
                  <a:pt x="124408" y="140510"/>
                  <a:pt x="119775" y="145143"/>
                  <a:pt x="114041" y="145143"/>
                </a:cubicBezTo>
                <a:lnTo>
                  <a:pt x="31102" y="145143"/>
                </a:lnTo>
                <a:cubicBezTo>
                  <a:pt x="25368" y="145143"/>
                  <a:pt x="20735" y="140510"/>
                  <a:pt x="20735" y="134776"/>
                </a:cubicBezTo>
                <a:lnTo>
                  <a:pt x="20735" y="51837"/>
                </a:lnTo>
                <a:cubicBezTo>
                  <a:pt x="20735" y="46102"/>
                  <a:pt x="25368" y="41469"/>
                  <a:pt x="31102" y="41469"/>
                </a:cubicBezTo>
                <a:lnTo>
                  <a:pt x="62204" y="41469"/>
                </a:lnTo>
                <a:cubicBezTo>
                  <a:pt x="67939" y="41469"/>
                  <a:pt x="72571" y="36836"/>
                  <a:pt x="72571" y="31102"/>
                </a:cubicBezTo>
                <a:cubicBezTo>
                  <a:pt x="72571" y="25368"/>
                  <a:pt x="67939" y="20735"/>
                  <a:pt x="62204" y="20735"/>
                </a:cubicBezTo>
                <a:lnTo>
                  <a:pt x="31102" y="20735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4737206" y="2617179"/>
            <a:ext cx="1142712" cy="184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6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Edit Record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737206" y="2801488"/>
            <a:ext cx="1133497" cy="1474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1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Modify existing entries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82412" y="3096381"/>
            <a:ext cx="3428136" cy="479202"/>
          </a:xfrm>
          <a:custGeom>
            <a:avLst/>
            <a:gdLst/>
            <a:ahLst/>
            <a:cxnLst/>
            <a:rect l="l" t="t" r="r" b="b"/>
            <a:pathLst>
              <a:path w="3428136" h="479202">
                <a:moveTo>
                  <a:pt x="73725" y="0"/>
                </a:moveTo>
                <a:lnTo>
                  <a:pt x="3354411" y="0"/>
                </a:lnTo>
                <a:cubicBezTo>
                  <a:pt x="3395128" y="0"/>
                  <a:pt x="3428136" y="33008"/>
                  <a:pt x="3428136" y="73725"/>
                </a:cubicBezTo>
                <a:lnTo>
                  <a:pt x="3428136" y="405477"/>
                </a:lnTo>
                <a:cubicBezTo>
                  <a:pt x="3428136" y="446194"/>
                  <a:pt x="3395128" y="479202"/>
                  <a:pt x="3354411" y="479202"/>
                </a:cubicBezTo>
                <a:lnTo>
                  <a:pt x="73725" y="479202"/>
                </a:lnTo>
                <a:cubicBezTo>
                  <a:pt x="33008" y="479202"/>
                  <a:pt x="0" y="446194"/>
                  <a:pt x="0" y="405477"/>
                </a:cubicBezTo>
                <a:lnTo>
                  <a:pt x="0" y="73725"/>
                </a:lnTo>
                <a:cubicBezTo>
                  <a:pt x="0" y="33035"/>
                  <a:pt x="33035" y="0"/>
                  <a:pt x="73725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4489541" y="3253043"/>
            <a:ext cx="145143" cy="165878"/>
          </a:xfrm>
          <a:custGeom>
            <a:avLst/>
            <a:gdLst/>
            <a:ahLst/>
            <a:cxnLst/>
            <a:rect l="l" t="t" r="r" b="b"/>
            <a:pathLst>
              <a:path w="145143" h="165878">
                <a:moveTo>
                  <a:pt x="44288" y="1911"/>
                </a:moveTo>
                <a:cubicBezTo>
                  <a:pt x="45714" y="-2333"/>
                  <a:pt x="49666" y="-5184"/>
                  <a:pt x="54137" y="-5184"/>
                </a:cubicBezTo>
                <a:lnTo>
                  <a:pt x="91038" y="-5184"/>
                </a:lnTo>
                <a:cubicBezTo>
                  <a:pt x="95509" y="-5184"/>
                  <a:pt x="99462" y="-2333"/>
                  <a:pt x="100887" y="1911"/>
                </a:cubicBezTo>
                <a:lnTo>
                  <a:pt x="103673" y="10367"/>
                </a:lnTo>
                <a:lnTo>
                  <a:pt x="134776" y="10367"/>
                </a:lnTo>
                <a:cubicBezTo>
                  <a:pt x="140510" y="10367"/>
                  <a:pt x="145143" y="15000"/>
                  <a:pt x="145143" y="20735"/>
                </a:cubicBezTo>
                <a:cubicBezTo>
                  <a:pt x="145143" y="26469"/>
                  <a:pt x="140510" y="31102"/>
                  <a:pt x="134776" y="31102"/>
                </a:cubicBezTo>
                <a:lnTo>
                  <a:pt x="10367" y="31102"/>
                </a:lnTo>
                <a:cubicBezTo>
                  <a:pt x="4633" y="31102"/>
                  <a:pt x="0" y="26469"/>
                  <a:pt x="0" y="20735"/>
                </a:cubicBezTo>
                <a:cubicBezTo>
                  <a:pt x="0" y="15000"/>
                  <a:pt x="4633" y="10367"/>
                  <a:pt x="10367" y="10367"/>
                </a:cubicBezTo>
                <a:lnTo>
                  <a:pt x="41469" y="10367"/>
                </a:lnTo>
                <a:lnTo>
                  <a:pt x="44288" y="1911"/>
                </a:lnTo>
                <a:close/>
                <a:moveTo>
                  <a:pt x="10367" y="46653"/>
                </a:moveTo>
                <a:lnTo>
                  <a:pt x="134776" y="46653"/>
                </a:lnTo>
                <a:lnTo>
                  <a:pt x="134776" y="145143"/>
                </a:lnTo>
                <a:cubicBezTo>
                  <a:pt x="134776" y="156579"/>
                  <a:pt x="125477" y="165878"/>
                  <a:pt x="114041" y="165878"/>
                </a:cubicBezTo>
                <a:lnTo>
                  <a:pt x="31102" y="165878"/>
                </a:lnTo>
                <a:cubicBezTo>
                  <a:pt x="19666" y="165878"/>
                  <a:pt x="10367" y="156579"/>
                  <a:pt x="10367" y="145143"/>
                </a:cubicBezTo>
                <a:lnTo>
                  <a:pt x="10367" y="46653"/>
                </a:lnTo>
                <a:close/>
                <a:moveTo>
                  <a:pt x="38878" y="67388"/>
                </a:moveTo>
                <a:cubicBezTo>
                  <a:pt x="34569" y="67388"/>
                  <a:pt x="31102" y="70854"/>
                  <a:pt x="31102" y="75163"/>
                </a:cubicBezTo>
                <a:lnTo>
                  <a:pt x="31102" y="137367"/>
                </a:lnTo>
                <a:cubicBezTo>
                  <a:pt x="31102" y="141676"/>
                  <a:pt x="34569" y="145143"/>
                  <a:pt x="38878" y="145143"/>
                </a:cubicBezTo>
                <a:cubicBezTo>
                  <a:pt x="43186" y="145143"/>
                  <a:pt x="46653" y="141676"/>
                  <a:pt x="46653" y="137367"/>
                </a:cubicBezTo>
                <a:lnTo>
                  <a:pt x="46653" y="75163"/>
                </a:lnTo>
                <a:cubicBezTo>
                  <a:pt x="46653" y="70854"/>
                  <a:pt x="43186" y="67388"/>
                  <a:pt x="38878" y="67388"/>
                </a:cubicBezTo>
                <a:close/>
                <a:moveTo>
                  <a:pt x="72571" y="67388"/>
                </a:moveTo>
                <a:cubicBezTo>
                  <a:pt x="68263" y="67388"/>
                  <a:pt x="64796" y="70854"/>
                  <a:pt x="64796" y="75163"/>
                </a:cubicBezTo>
                <a:lnTo>
                  <a:pt x="64796" y="137367"/>
                </a:lnTo>
                <a:cubicBezTo>
                  <a:pt x="64796" y="141676"/>
                  <a:pt x="68263" y="145143"/>
                  <a:pt x="72571" y="145143"/>
                </a:cubicBezTo>
                <a:cubicBezTo>
                  <a:pt x="76880" y="145143"/>
                  <a:pt x="80347" y="141676"/>
                  <a:pt x="80347" y="137367"/>
                </a:cubicBezTo>
                <a:lnTo>
                  <a:pt x="80347" y="75163"/>
                </a:lnTo>
                <a:cubicBezTo>
                  <a:pt x="80347" y="70854"/>
                  <a:pt x="76880" y="67388"/>
                  <a:pt x="72571" y="67388"/>
                </a:cubicBezTo>
                <a:close/>
                <a:moveTo>
                  <a:pt x="106265" y="67388"/>
                </a:moveTo>
                <a:cubicBezTo>
                  <a:pt x="101956" y="67388"/>
                  <a:pt x="98490" y="70854"/>
                  <a:pt x="98490" y="75163"/>
                </a:cubicBezTo>
                <a:lnTo>
                  <a:pt x="98490" y="137367"/>
                </a:lnTo>
                <a:cubicBezTo>
                  <a:pt x="98490" y="141676"/>
                  <a:pt x="101956" y="145143"/>
                  <a:pt x="106265" y="145143"/>
                </a:cubicBezTo>
                <a:cubicBezTo>
                  <a:pt x="110574" y="145143"/>
                  <a:pt x="114041" y="141676"/>
                  <a:pt x="114041" y="137367"/>
                </a:cubicBezTo>
                <a:lnTo>
                  <a:pt x="114041" y="75163"/>
                </a:lnTo>
                <a:cubicBezTo>
                  <a:pt x="114041" y="70854"/>
                  <a:pt x="110574" y="67388"/>
                  <a:pt x="106265" y="67388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0" name="Text 28"/>
          <p:cNvSpPr/>
          <p:nvPr/>
        </p:nvSpPr>
        <p:spPr>
          <a:xfrm>
            <a:off x="4737206" y="3170104"/>
            <a:ext cx="1363882" cy="184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6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Delete Entry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737206" y="3354413"/>
            <a:ext cx="1354667" cy="1474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1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Remove unwanted records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382412" y="3649306"/>
            <a:ext cx="3428136" cy="479202"/>
          </a:xfrm>
          <a:custGeom>
            <a:avLst/>
            <a:gdLst/>
            <a:ahLst/>
            <a:cxnLst/>
            <a:rect l="l" t="t" r="r" b="b"/>
            <a:pathLst>
              <a:path w="3428136" h="479202">
                <a:moveTo>
                  <a:pt x="73725" y="0"/>
                </a:moveTo>
                <a:lnTo>
                  <a:pt x="3354411" y="0"/>
                </a:lnTo>
                <a:cubicBezTo>
                  <a:pt x="3395128" y="0"/>
                  <a:pt x="3428136" y="33008"/>
                  <a:pt x="3428136" y="73725"/>
                </a:cubicBezTo>
                <a:lnTo>
                  <a:pt x="3428136" y="405477"/>
                </a:lnTo>
                <a:cubicBezTo>
                  <a:pt x="3428136" y="446194"/>
                  <a:pt x="3395128" y="479202"/>
                  <a:pt x="3354411" y="479202"/>
                </a:cubicBezTo>
                <a:lnTo>
                  <a:pt x="73725" y="479202"/>
                </a:lnTo>
                <a:cubicBezTo>
                  <a:pt x="33008" y="479202"/>
                  <a:pt x="0" y="446194"/>
                  <a:pt x="0" y="405477"/>
                </a:cubicBezTo>
                <a:lnTo>
                  <a:pt x="0" y="73725"/>
                </a:lnTo>
                <a:cubicBezTo>
                  <a:pt x="0" y="33035"/>
                  <a:pt x="33035" y="0"/>
                  <a:pt x="73725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3" name="Shape 31"/>
          <p:cNvSpPr/>
          <p:nvPr/>
        </p:nvSpPr>
        <p:spPr>
          <a:xfrm>
            <a:off x="4479174" y="3805968"/>
            <a:ext cx="165878" cy="165878"/>
          </a:xfrm>
          <a:custGeom>
            <a:avLst/>
            <a:gdLst/>
            <a:ahLst/>
            <a:cxnLst/>
            <a:rect l="l" t="t" r="r" b="b"/>
            <a:pathLst>
              <a:path w="165878" h="165878">
                <a:moveTo>
                  <a:pt x="12959" y="15551"/>
                </a:moveTo>
                <a:cubicBezTo>
                  <a:pt x="8650" y="15551"/>
                  <a:pt x="5184" y="19018"/>
                  <a:pt x="5184" y="23327"/>
                </a:cubicBezTo>
                <a:lnTo>
                  <a:pt x="5184" y="38878"/>
                </a:lnTo>
                <a:cubicBezTo>
                  <a:pt x="5184" y="43186"/>
                  <a:pt x="8650" y="46653"/>
                  <a:pt x="12959" y="46653"/>
                </a:cubicBezTo>
                <a:lnTo>
                  <a:pt x="28510" y="46653"/>
                </a:lnTo>
                <a:cubicBezTo>
                  <a:pt x="32819" y="46653"/>
                  <a:pt x="36286" y="43186"/>
                  <a:pt x="36286" y="38878"/>
                </a:cubicBezTo>
                <a:lnTo>
                  <a:pt x="36286" y="23327"/>
                </a:lnTo>
                <a:cubicBezTo>
                  <a:pt x="36286" y="19018"/>
                  <a:pt x="32819" y="15551"/>
                  <a:pt x="28510" y="15551"/>
                </a:cubicBezTo>
                <a:lnTo>
                  <a:pt x="12959" y="15551"/>
                </a:lnTo>
                <a:close/>
                <a:moveTo>
                  <a:pt x="62204" y="20735"/>
                </a:moveTo>
                <a:cubicBezTo>
                  <a:pt x="56470" y="20735"/>
                  <a:pt x="51837" y="25368"/>
                  <a:pt x="51837" y="31102"/>
                </a:cubicBezTo>
                <a:cubicBezTo>
                  <a:pt x="51837" y="36836"/>
                  <a:pt x="56470" y="41469"/>
                  <a:pt x="62204" y="41469"/>
                </a:cubicBezTo>
                <a:lnTo>
                  <a:pt x="155510" y="41469"/>
                </a:lnTo>
                <a:cubicBezTo>
                  <a:pt x="161245" y="41469"/>
                  <a:pt x="165878" y="36836"/>
                  <a:pt x="165878" y="31102"/>
                </a:cubicBezTo>
                <a:cubicBezTo>
                  <a:pt x="165878" y="25368"/>
                  <a:pt x="161245" y="20735"/>
                  <a:pt x="155510" y="20735"/>
                </a:cubicBezTo>
                <a:lnTo>
                  <a:pt x="62204" y="20735"/>
                </a:lnTo>
                <a:close/>
                <a:moveTo>
                  <a:pt x="62204" y="72571"/>
                </a:moveTo>
                <a:cubicBezTo>
                  <a:pt x="56470" y="72571"/>
                  <a:pt x="51837" y="77204"/>
                  <a:pt x="51837" y="82939"/>
                </a:cubicBezTo>
                <a:cubicBezTo>
                  <a:pt x="51837" y="88673"/>
                  <a:pt x="56470" y="93306"/>
                  <a:pt x="62204" y="93306"/>
                </a:cubicBezTo>
                <a:lnTo>
                  <a:pt x="155510" y="93306"/>
                </a:lnTo>
                <a:cubicBezTo>
                  <a:pt x="161245" y="93306"/>
                  <a:pt x="165878" y="88673"/>
                  <a:pt x="165878" y="82939"/>
                </a:cubicBezTo>
                <a:cubicBezTo>
                  <a:pt x="165878" y="77204"/>
                  <a:pt x="161245" y="72571"/>
                  <a:pt x="155510" y="72571"/>
                </a:cubicBezTo>
                <a:lnTo>
                  <a:pt x="62204" y="72571"/>
                </a:lnTo>
                <a:close/>
                <a:moveTo>
                  <a:pt x="62204" y="124408"/>
                </a:moveTo>
                <a:cubicBezTo>
                  <a:pt x="56470" y="124408"/>
                  <a:pt x="51837" y="129041"/>
                  <a:pt x="51837" y="134776"/>
                </a:cubicBezTo>
                <a:cubicBezTo>
                  <a:pt x="51837" y="140510"/>
                  <a:pt x="56470" y="145143"/>
                  <a:pt x="62204" y="145143"/>
                </a:cubicBezTo>
                <a:lnTo>
                  <a:pt x="155510" y="145143"/>
                </a:lnTo>
                <a:cubicBezTo>
                  <a:pt x="161245" y="145143"/>
                  <a:pt x="165878" y="140510"/>
                  <a:pt x="165878" y="134776"/>
                </a:cubicBezTo>
                <a:cubicBezTo>
                  <a:pt x="165878" y="129041"/>
                  <a:pt x="161245" y="124408"/>
                  <a:pt x="155510" y="124408"/>
                </a:cubicBezTo>
                <a:lnTo>
                  <a:pt x="62204" y="124408"/>
                </a:lnTo>
                <a:close/>
                <a:moveTo>
                  <a:pt x="5184" y="75163"/>
                </a:moveTo>
                <a:lnTo>
                  <a:pt x="5184" y="90714"/>
                </a:lnTo>
                <a:cubicBezTo>
                  <a:pt x="5184" y="95023"/>
                  <a:pt x="8650" y="98490"/>
                  <a:pt x="12959" y="98490"/>
                </a:cubicBezTo>
                <a:lnTo>
                  <a:pt x="28510" y="98490"/>
                </a:lnTo>
                <a:cubicBezTo>
                  <a:pt x="32819" y="98490"/>
                  <a:pt x="36286" y="95023"/>
                  <a:pt x="36286" y="90714"/>
                </a:cubicBezTo>
                <a:lnTo>
                  <a:pt x="36286" y="75163"/>
                </a:lnTo>
                <a:cubicBezTo>
                  <a:pt x="36286" y="70854"/>
                  <a:pt x="32819" y="67388"/>
                  <a:pt x="28510" y="67388"/>
                </a:cubicBezTo>
                <a:lnTo>
                  <a:pt x="12959" y="67388"/>
                </a:lnTo>
                <a:cubicBezTo>
                  <a:pt x="8650" y="67388"/>
                  <a:pt x="5184" y="70854"/>
                  <a:pt x="5184" y="75163"/>
                </a:cubicBezTo>
                <a:close/>
                <a:moveTo>
                  <a:pt x="12959" y="119224"/>
                </a:moveTo>
                <a:cubicBezTo>
                  <a:pt x="8650" y="119224"/>
                  <a:pt x="5184" y="122691"/>
                  <a:pt x="5184" y="127000"/>
                </a:cubicBezTo>
                <a:lnTo>
                  <a:pt x="5184" y="142551"/>
                </a:lnTo>
                <a:cubicBezTo>
                  <a:pt x="5184" y="146860"/>
                  <a:pt x="8650" y="150327"/>
                  <a:pt x="12959" y="150327"/>
                </a:cubicBezTo>
                <a:lnTo>
                  <a:pt x="28510" y="150327"/>
                </a:lnTo>
                <a:cubicBezTo>
                  <a:pt x="32819" y="150327"/>
                  <a:pt x="36286" y="146860"/>
                  <a:pt x="36286" y="142551"/>
                </a:cubicBezTo>
                <a:lnTo>
                  <a:pt x="36286" y="127000"/>
                </a:lnTo>
                <a:cubicBezTo>
                  <a:pt x="36286" y="122691"/>
                  <a:pt x="32819" y="119224"/>
                  <a:pt x="28510" y="119224"/>
                </a:cubicBezTo>
                <a:lnTo>
                  <a:pt x="12959" y="119224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4" name="Text 32"/>
          <p:cNvSpPr/>
          <p:nvPr/>
        </p:nvSpPr>
        <p:spPr>
          <a:xfrm>
            <a:off x="4737206" y="3723029"/>
            <a:ext cx="1253297" cy="184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6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View All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737206" y="3907338"/>
            <a:ext cx="1244082" cy="1474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1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Browse complete history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234965" y="4386540"/>
            <a:ext cx="3723029" cy="2469732"/>
          </a:xfrm>
          <a:custGeom>
            <a:avLst/>
            <a:gdLst/>
            <a:ahLst/>
            <a:cxnLst/>
            <a:rect l="l" t="t" r="r" b="b"/>
            <a:pathLst>
              <a:path w="3723029" h="2469732">
                <a:moveTo>
                  <a:pt x="110595" y="0"/>
                </a:moveTo>
                <a:lnTo>
                  <a:pt x="3612435" y="0"/>
                </a:lnTo>
                <a:cubicBezTo>
                  <a:pt x="3673515" y="0"/>
                  <a:pt x="3723029" y="49515"/>
                  <a:pt x="3723029" y="110595"/>
                </a:cubicBezTo>
                <a:lnTo>
                  <a:pt x="3723029" y="2359138"/>
                </a:lnTo>
                <a:cubicBezTo>
                  <a:pt x="3723029" y="2420218"/>
                  <a:pt x="3673515" y="2469732"/>
                  <a:pt x="3612435" y="2469732"/>
                </a:cubicBezTo>
                <a:lnTo>
                  <a:pt x="110595" y="2469732"/>
                </a:lnTo>
                <a:cubicBezTo>
                  <a:pt x="49515" y="2469732"/>
                  <a:pt x="0" y="2420218"/>
                  <a:pt x="0" y="2359138"/>
                </a:cubicBezTo>
                <a:lnTo>
                  <a:pt x="0" y="110595"/>
                </a:lnTo>
                <a:cubicBezTo>
                  <a:pt x="0" y="49556"/>
                  <a:pt x="49556" y="0"/>
                  <a:pt x="110595" y="0"/>
                </a:cubicBezTo>
                <a:close/>
              </a:path>
            </a:pathLst>
          </a:custGeom>
          <a:gradFill rotWithShape="1" flip="none">
            <a:gsLst>
              <a:gs pos="0">
                <a:srgbClr val="FEF3C7"/>
              </a:gs>
              <a:gs pos="100000">
                <a:srgbClr val="FDE68A"/>
              </a:gs>
            </a:gsLst>
            <a:lin ang="2700000" scaled="1"/>
          </a:gradFill>
          <a:ln/>
        </p:spPr>
      </p:sp>
      <p:sp>
        <p:nvSpPr>
          <p:cNvPr id="37" name="Shape 35"/>
          <p:cNvSpPr/>
          <p:nvPr/>
        </p:nvSpPr>
        <p:spPr>
          <a:xfrm>
            <a:off x="4382412" y="4533986"/>
            <a:ext cx="368617" cy="368617"/>
          </a:xfrm>
          <a:custGeom>
            <a:avLst/>
            <a:gdLst/>
            <a:ahLst/>
            <a:cxnLst/>
            <a:rect l="l" t="t" r="r" b="b"/>
            <a:pathLst>
              <a:path w="368617" h="368617">
                <a:moveTo>
                  <a:pt x="73723" y="0"/>
                </a:moveTo>
                <a:lnTo>
                  <a:pt x="294893" y="0"/>
                </a:lnTo>
                <a:cubicBezTo>
                  <a:pt x="335610" y="0"/>
                  <a:pt x="368617" y="33007"/>
                  <a:pt x="368617" y="73723"/>
                </a:cubicBezTo>
                <a:lnTo>
                  <a:pt x="368617" y="294893"/>
                </a:lnTo>
                <a:cubicBezTo>
                  <a:pt x="368617" y="335610"/>
                  <a:pt x="335610" y="368617"/>
                  <a:pt x="294893" y="368617"/>
                </a:cubicBezTo>
                <a:lnTo>
                  <a:pt x="73723" y="368617"/>
                </a:lnTo>
                <a:cubicBezTo>
                  <a:pt x="33007" y="368617"/>
                  <a:pt x="0" y="335610"/>
                  <a:pt x="0" y="294893"/>
                </a:cubicBezTo>
                <a:lnTo>
                  <a:pt x="0" y="73723"/>
                </a:lnTo>
                <a:cubicBezTo>
                  <a:pt x="0" y="33034"/>
                  <a:pt x="33034" y="0"/>
                  <a:pt x="73723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38" name="Shape 36"/>
          <p:cNvSpPr/>
          <p:nvPr/>
        </p:nvSpPr>
        <p:spPr>
          <a:xfrm>
            <a:off x="4483782" y="4644571"/>
            <a:ext cx="165878" cy="147447"/>
          </a:xfrm>
          <a:custGeom>
            <a:avLst/>
            <a:gdLst/>
            <a:ahLst/>
            <a:cxnLst/>
            <a:rect l="l" t="t" r="r" b="b"/>
            <a:pathLst>
              <a:path w="165878" h="147447">
                <a:moveTo>
                  <a:pt x="115538" y="11260"/>
                </a:moveTo>
                <a:lnTo>
                  <a:pt x="158217" y="54544"/>
                </a:lnTo>
                <a:cubicBezTo>
                  <a:pt x="166194" y="62636"/>
                  <a:pt x="166194" y="75595"/>
                  <a:pt x="158217" y="83688"/>
                </a:cubicBezTo>
                <a:lnTo>
                  <a:pt x="113177" y="129275"/>
                </a:lnTo>
                <a:cubicBezTo>
                  <a:pt x="110499" y="131982"/>
                  <a:pt x="106121" y="132011"/>
                  <a:pt x="103414" y="129333"/>
                </a:cubicBezTo>
                <a:cubicBezTo>
                  <a:pt x="100707" y="126654"/>
                  <a:pt x="100678" y="122277"/>
                  <a:pt x="103357" y="119570"/>
                </a:cubicBezTo>
                <a:lnTo>
                  <a:pt x="148397" y="73954"/>
                </a:lnTo>
                <a:cubicBezTo>
                  <a:pt x="151046" y="71276"/>
                  <a:pt x="151046" y="66927"/>
                  <a:pt x="148397" y="64249"/>
                </a:cubicBezTo>
                <a:lnTo>
                  <a:pt x="105689" y="20994"/>
                </a:lnTo>
                <a:cubicBezTo>
                  <a:pt x="103011" y="18287"/>
                  <a:pt x="103040" y="13910"/>
                  <a:pt x="105747" y="11231"/>
                </a:cubicBezTo>
                <a:cubicBezTo>
                  <a:pt x="108454" y="8553"/>
                  <a:pt x="112831" y="8582"/>
                  <a:pt x="115510" y="11289"/>
                </a:cubicBezTo>
                <a:close/>
                <a:moveTo>
                  <a:pt x="9244" y="66092"/>
                </a:moveTo>
                <a:lnTo>
                  <a:pt x="9244" y="27646"/>
                </a:lnTo>
                <a:cubicBezTo>
                  <a:pt x="9244" y="17480"/>
                  <a:pt x="17509" y="9215"/>
                  <a:pt x="27675" y="9215"/>
                </a:cubicBezTo>
                <a:lnTo>
                  <a:pt x="66121" y="9215"/>
                </a:lnTo>
                <a:cubicBezTo>
                  <a:pt x="71016" y="9215"/>
                  <a:pt x="75710" y="11145"/>
                  <a:pt x="79166" y="14601"/>
                </a:cubicBezTo>
                <a:lnTo>
                  <a:pt x="120636" y="56070"/>
                </a:lnTo>
                <a:cubicBezTo>
                  <a:pt x="127835" y="63270"/>
                  <a:pt x="127835" y="74933"/>
                  <a:pt x="120636" y="82132"/>
                </a:cubicBezTo>
                <a:lnTo>
                  <a:pt x="82190" y="120578"/>
                </a:lnTo>
                <a:cubicBezTo>
                  <a:pt x="74990" y="127778"/>
                  <a:pt x="63327" y="127778"/>
                  <a:pt x="56128" y="120578"/>
                </a:cubicBezTo>
                <a:lnTo>
                  <a:pt x="14658" y="79109"/>
                </a:lnTo>
                <a:cubicBezTo>
                  <a:pt x="11202" y="75653"/>
                  <a:pt x="9273" y="70959"/>
                  <a:pt x="9273" y="66063"/>
                </a:cubicBezTo>
                <a:close/>
                <a:moveTo>
                  <a:pt x="50714" y="41469"/>
                </a:moveTo>
                <a:cubicBezTo>
                  <a:pt x="50714" y="36383"/>
                  <a:pt x="46584" y="32254"/>
                  <a:pt x="41498" y="32254"/>
                </a:cubicBezTo>
                <a:cubicBezTo>
                  <a:pt x="36412" y="32254"/>
                  <a:pt x="32283" y="36383"/>
                  <a:pt x="32283" y="41469"/>
                </a:cubicBezTo>
                <a:cubicBezTo>
                  <a:pt x="32283" y="46556"/>
                  <a:pt x="36412" y="50685"/>
                  <a:pt x="41498" y="50685"/>
                </a:cubicBezTo>
                <a:cubicBezTo>
                  <a:pt x="46584" y="50685"/>
                  <a:pt x="50714" y="46556"/>
                  <a:pt x="50714" y="4146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4861614" y="4589279"/>
            <a:ext cx="1280943" cy="258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1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Categorization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382412" y="5013188"/>
            <a:ext cx="1677206" cy="516063"/>
          </a:xfrm>
          <a:custGeom>
            <a:avLst/>
            <a:gdLst/>
            <a:ahLst/>
            <a:cxnLst/>
            <a:rect l="l" t="t" r="r" b="b"/>
            <a:pathLst>
              <a:path w="1677206" h="516063">
                <a:moveTo>
                  <a:pt x="73725" y="0"/>
                </a:moveTo>
                <a:lnTo>
                  <a:pt x="1603482" y="0"/>
                </a:lnTo>
                <a:cubicBezTo>
                  <a:pt x="1644199" y="0"/>
                  <a:pt x="1677206" y="33008"/>
                  <a:pt x="1677206" y="73725"/>
                </a:cubicBezTo>
                <a:lnTo>
                  <a:pt x="1677206" y="442339"/>
                </a:lnTo>
                <a:cubicBezTo>
                  <a:pt x="1677206" y="483056"/>
                  <a:pt x="1644199" y="516063"/>
                  <a:pt x="1603482" y="516063"/>
                </a:cubicBezTo>
                <a:lnTo>
                  <a:pt x="73725" y="516063"/>
                </a:lnTo>
                <a:cubicBezTo>
                  <a:pt x="33008" y="516063"/>
                  <a:pt x="0" y="483056"/>
                  <a:pt x="0" y="442339"/>
                </a:cubicBezTo>
                <a:lnTo>
                  <a:pt x="0" y="73725"/>
                </a:lnTo>
                <a:cubicBezTo>
                  <a:pt x="0" y="33035"/>
                  <a:pt x="33035" y="0"/>
                  <a:pt x="73725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1" name="Shape 39"/>
          <p:cNvSpPr/>
          <p:nvPr/>
        </p:nvSpPr>
        <p:spPr>
          <a:xfrm>
            <a:off x="5146236" y="5117631"/>
            <a:ext cx="147447" cy="147447"/>
          </a:xfrm>
          <a:custGeom>
            <a:avLst/>
            <a:gdLst/>
            <a:ahLst/>
            <a:cxnLst/>
            <a:rect l="l" t="t" r="r" b="b"/>
            <a:pathLst>
              <a:path w="147447" h="147447">
                <a:moveTo>
                  <a:pt x="18402" y="4147"/>
                </a:moveTo>
                <a:cubicBezTo>
                  <a:pt x="18172" y="1785"/>
                  <a:pt x="16185" y="0"/>
                  <a:pt x="13823" y="0"/>
                </a:cubicBezTo>
                <a:cubicBezTo>
                  <a:pt x="11462" y="0"/>
                  <a:pt x="9475" y="1785"/>
                  <a:pt x="9215" y="4118"/>
                </a:cubicBezTo>
                <a:lnTo>
                  <a:pt x="5155" y="43111"/>
                </a:lnTo>
                <a:cubicBezTo>
                  <a:pt x="4780" y="44839"/>
                  <a:pt x="4608" y="46595"/>
                  <a:pt x="4608" y="48352"/>
                </a:cubicBezTo>
                <a:cubicBezTo>
                  <a:pt x="4608" y="61571"/>
                  <a:pt x="14716" y="72427"/>
                  <a:pt x="27646" y="73608"/>
                </a:cubicBezTo>
                <a:lnTo>
                  <a:pt x="27646" y="138231"/>
                </a:lnTo>
                <a:cubicBezTo>
                  <a:pt x="27646" y="143329"/>
                  <a:pt x="31764" y="147447"/>
                  <a:pt x="36862" y="147447"/>
                </a:cubicBezTo>
                <a:cubicBezTo>
                  <a:pt x="41959" y="147447"/>
                  <a:pt x="46077" y="143329"/>
                  <a:pt x="46077" y="138231"/>
                </a:cubicBezTo>
                <a:lnTo>
                  <a:pt x="46077" y="73608"/>
                </a:lnTo>
                <a:cubicBezTo>
                  <a:pt x="59007" y="72427"/>
                  <a:pt x="69116" y="61571"/>
                  <a:pt x="69116" y="48352"/>
                </a:cubicBezTo>
                <a:cubicBezTo>
                  <a:pt x="69116" y="46595"/>
                  <a:pt x="68943" y="44839"/>
                  <a:pt x="68568" y="43111"/>
                </a:cubicBezTo>
                <a:lnTo>
                  <a:pt x="64479" y="4118"/>
                </a:lnTo>
                <a:cubicBezTo>
                  <a:pt x="64249" y="1785"/>
                  <a:pt x="62262" y="0"/>
                  <a:pt x="59900" y="0"/>
                </a:cubicBezTo>
                <a:cubicBezTo>
                  <a:pt x="57539" y="0"/>
                  <a:pt x="55552" y="1785"/>
                  <a:pt x="55321" y="4147"/>
                </a:cubicBezTo>
                <a:lnTo>
                  <a:pt x="51405" y="43168"/>
                </a:lnTo>
                <a:cubicBezTo>
                  <a:pt x="51232" y="44810"/>
                  <a:pt x="49850" y="46077"/>
                  <a:pt x="48208" y="46077"/>
                </a:cubicBezTo>
                <a:cubicBezTo>
                  <a:pt x="46538" y="46077"/>
                  <a:pt x="45156" y="44810"/>
                  <a:pt x="44983" y="43140"/>
                </a:cubicBezTo>
                <a:lnTo>
                  <a:pt x="41441" y="4205"/>
                </a:lnTo>
                <a:cubicBezTo>
                  <a:pt x="41239" y="1814"/>
                  <a:pt x="39252" y="0"/>
                  <a:pt x="36862" y="0"/>
                </a:cubicBezTo>
                <a:cubicBezTo>
                  <a:pt x="34471" y="0"/>
                  <a:pt x="32484" y="1814"/>
                  <a:pt x="32283" y="4205"/>
                </a:cubicBezTo>
                <a:lnTo>
                  <a:pt x="28741" y="43140"/>
                </a:lnTo>
                <a:cubicBezTo>
                  <a:pt x="28597" y="44810"/>
                  <a:pt x="27185" y="46077"/>
                  <a:pt x="25515" y="46077"/>
                </a:cubicBezTo>
                <a:cubicBezTo>
                  <a:pt x="23845" y="46077"/>
                  <a:pt x="22463" y="44810"/>
                  <a:pt x="22319" y="43168"/>
                </a:cubicBezTo>
                <a:lnTo>
                  <a:pt x="18402" y="4147"/>
                </a:lnTo>
                <a:close/>
                <a:moveTo>
                  <a:pt x="129016" y="0"/>
                </a:moveTo>
                <a:cubicBezTo>
                  <a:pt x="124408" y="0"/>
                  <a:pt x="92154" y="9215"/>
                  <a:pt x="92154" y="50685"/>
                </a:cubicBezTo>
                <a:lnTo>
                  <a:pt x="92154" y="82939"/>
                </a:lnTo>
                <a:cubicBezTo>
                  <a:pt x="92154" y="93105"/>
                  <a:pt x="100419" y="101370"/>
                  <a:pt x="110585" y="101370"/>
                </a:cubicBezTo>
                <a:lnTo>
                  <a:pt x="119800" y="101370"/>
                </a:lnTo>
                <a:lnTo>
                  <a:pt x="119800" y="138231"/>
                </a:lnTo>
                <a:cubicBezTo>
                  <a:pt x="119800" y="143329"/>
                  <a:pt x="123919" y="147447"/>
                  <a:pt x="129016" y="147447"/>
                </a:cubicBezTo>
                <a:cubicBezTo>
                  <a:pt x="134113" y="147447"/>
                  <a:pt x="138231" y="143329"/>
                  <a:pt x="138231" y="138231"/>
                </a:cubicBezTo>
                <a:lnTo>
                  <a:pt x="138231" y="9215"/>
                </a:lnTo>
                <a:cubicBezTo>
                  <a:pt x="138231" y="4118"/>
                  <a:pt x="134113" y="0"/>
                  <a:pt x="129016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42" name="Text 40"/>
          <p:cNvSpPr/>
          <p:nvPr/>
        </p:nvSpPr>
        <p:spPr>
          <a:xfrm>
            <a:off x="4428489" y="5308082"/>
            <a:ext cx="1585052" cy="1474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71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Food &amp; Dining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131230" y="5013188"/>
            <a:ext cx="1677206" cy="516063"/>
          </a:xfrm>
          <a:custGeom>
            <a:avLst/>
            <a:gdLst/>
            <a:ahLst/>
            <a:cxnLst/>
            <a:rect l="l" t="t" r="r" b="b"/>
            <a:pathLst>
              <a:path w="1677206" h="516063">
                <a:moveTo>
                  <a:pt x="73725" y="0"/>
                </a:moveTo>
                <a:lnTo>
                  <a:pt x="1603482" y="0"/>
                </a:lnTo>
                <a:cubicBezTo>
                  <a:pt x="1644199" y="0"/>
                  <a:pt x="1677206" y="33008"/>
                  <a:pt x="1677206" y="73725"/>
                </a:cubicBezTo>
                <a:lnTo>
                  <a:pt x="1677206" y="442339"/>
                </a:lnTo>
                <a:cubicBezTo>
                  <a:pt x="1677206" y="483056"/>
                  <a:pt x="1644199" y="516063"/>
                  <a:pt x="1603482" y="516063"/>
                </a:cubicBezTo>
                <a:lnTo>
                  <a:pt x="73725" y="516063"/>
                </a:lnTo>
                <a:cubicBezTo>
                  <a:pt x="33008" y="516063"/>
                  <a:pt x="0" y="483056"/>
                  <a:pt x="0" y="442339"/>
                </a:cubicBezTo>
                <a:lnTo>
                  <a:pt x="0" y="73725"/>
                </a:lnTo>
                <a:cubicBezTo>
                  <a:pt x="0" y="33035"/>
                  <a:pt x="33035" y="0"/>
                  <a:pt x="73725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4" name="Shape 42"/>
          <p:cNvSpPr/>
          <p:nvPr/>
        </p:nvSpPr>
        <p:spPr>
          <a:xfrm>
            <a:off x="6895054" y="5117631"/>
            <a:ext cx="147447" cy="147447"/>
          </a:xfrm>
          <a:custGeom>
            <a:avLst/>
            <a:gdLst/>
            <a:ahLst/>
            <a:cxnLst/>
            <a:rect l="l" t="t" r="r" b="b"/>
            <a:pathLst>
              <a:path w="147447" h="147447">
                <a:moveTo>
                  <a:pt x="38935" y="33809"/>
                </a:moveTo>
                <a:lnTo>
                  <a:pt x="31419" y="55293"/>
                </a:lnTo>
                <a:lnTo>
                  <a:pt x="116028" y="55293"/>
                </a:lnTo>
                <a:lnTo>
                  <a:pt x="108512" y="33809"/>
                </a:lnTo>
                <a:cubicBezTo>
                  <a:pt x="107216" y="30123"/>
                  <a:pt x="103731" y="27646"/>
                  <a:pt x="99815" y="27646"/>
                </a:cubicBezTo>
                <a:lnTo>
                  <a:pt x="47632" y="27646"/>
                </a:lnTo>
                <a:cubicBezTo>
                  <a:pt x="43716" y="27646"/>
                  <a:pt x="40231" y="30123"/>
                  <a:pt x="38935" y="33809"/>
                </a:cubicBezTo>
                <a:close/>
                <a:moveTo>
                  <a:pt x="11404" y="56675"/>
                </a:moveTo>
                <a:lnTo>
                  <a:pt x="21541" y="27733"/>
                </a:lnTo>
                <a:cubicBezTo>
                  <a:pt x="25429" y="16645"/>
                  <a:pt x="35883" y="9215"/>
                  <a:pt x="47632" y="9215"/>
                </a:cubicBezTo>
                <a:lnTo>
                  <a:pt x="99815" y="9215"/>
                </a:lnTo>
                <a:cubicBezTo>
                  <a:pt x="111564" y="9215"/>
                  <a:pt x="122018" y="16645"/>
                  <a:pt x="125906" y="27733"/>
                </a:cubicBezTo>
                <a:lnTo>
                  <a:pt x="136043" y="56675"/>
                </a:lnTo>
                <a:cubicBezTo>
                  <a:pt x="142724" y="59439"/>
                  <a:pt x="147447" y="66034"/>
                  <a:pt x="147447" y="73723"/>
                </a:cubicBezTo>
                <a:lnTo>
                  <a:pt x="147447" y="129016"/>
                </a:lnTo>
                <a:cubicBezTo>
                  <a:pt x="147447" y="134113"/>
                  <a:pt x="143329" y="138231"/>
                  <a:pt x="138231" y="138231"/>
                </a:cubicBezTo>
                <a:lnTo>
                  <a:pt x="129016" y="138231"/>
                </a:lnTo>
                <a:cubicBezTo>
                  <a:pt x="123919" y="138231"/>
                  <a:pt x="119800" y="134113"/>
                  <a:pt x="119800" y="129016"/>
                </a:cubicBezTo>
                <a:lnTo>
                  <a:pt x="119800" y="119800"/>
                </a:lnTo>
                <a:lnTo>
                  <a:pt x="27646" y="119800"/>
                </a:lnTo>
                <a:lnTo>
                  <a:pt x="27646" y="129016"/>
                </a:lnTo>
                <a:cubicBezTo>
                  <a:pt x="27646" y="134113"/>
                  <a:pt x="23528" y="138231"/>
                  <a:pt x="18431" y="138231"/>
                </a:cubicBezTo>
                <a:lnTo>
                  <a:pt x="9215" y="138231"/>
                </a:lnTo>
                <a:cubicBezTo>
                  <a:pt x="4118" y="138231"/>
                  <a:pt x="0" y="134113"/>
                  <a:pt x="0" y="129016"/>
                </a:cubicBezTo>
                <a:lnTo>
                  <a:pt x="0" y="73723"/>
                </a:lnTo>
                <a:cubicBezTo>
                  <a:pt x="0" y="66034"/>
                  <a:pt x="4723" y="59439"/>
                  <a:pt x="11404" y="56675"/>
                </a:cubicBezTo>
                <a:close/>
                <a:moveTo>
                  <a:pt x="36862" y="87546"/>
                </a:moveTo>
                <a:cubicBezTo>
                  <a:pt x="36862" y="82460"/>
                  <a:pt x="32732" y="78331"/>
                  <a:pt x="27646" y="78331"/>
                </a:cubicBezTo>
                <a:cubicBezTo>
                  <a:pt x="22560" y="78331"/>
                  <a:pt x="18431" y="82460"/>
                  <a:pt x="18431" y="87546"/>
                </a:cubicBezTo>
                <a:cubicBezTo>
                  <a:pt x="18431" y="92633"/>
                  <a:pt x="22560" y="96762"/>
                  <a:pt x="27646" y="96762"/>
                </a:cubicBezTo>
                <a:cubicBezTo>
                  <a:pt x="32732" y="96762"/>
                  <a:pt x="36862" y="92633"/>
                  <a:pt x="36862" y="87546"/>
                </a:cubicBezTo>
                <a:close/>
                <a:moveTo>
                  <a:pt x="119800" y="96762"/>
                </a:moveTo>
                <a:cubicBezTo>
                  <a:pt x="124887" y="96762"/>
                  <a:pt x="129016" y="92633"/>
                  <a:pt x="129016" y="87546"/>
                </a:cubicBezTo>
                <a:cubicBezTo>
                  <a:pt x="129016" y="82460"/>
                  <a:pt x="124887" y="78331"/>
                  <a:pt x="119800" y="78331"/>
                </a:cubicBezTo>
                <a:cubicBezTo>
                  <a:pt x="114714" y="78331"/>
                  <a:pt x="110585" y="82460"/>
                  <a:pt x="110585" y="87546"/>
                </a:cubicBezTo>
                <a:cubicBezTo>
                  <a:pt x="110585" y="92633"/>
                  <a:pt x="114714" y="96762"/>
                  <a:pt x="119800" y="96762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45" name="Text 43"/>
          <p:cNvSpPr/>
          <p:nvPr/>
        </p:nvSpPr>
        <p:spPr>
          <a:xfrm>
            <a:off x="6177307" y="5308082"/>
            <a:ext cx="1585052" cy="1474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71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Travel &amp; Transport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4382412" y="5602975"/>
            <a:ext cx="1677206" cy="516063"/>
          </a:xfrm>
          <a:custGeom>
            <a:avLst/>
            <a:gdLst/>
            <a:ahLst/>
            <a:cxnLst/>
            <a:rect l="l" t="t" r="r" b="b"/>
            <a:pathLst>
              <a:path w="1677206" h="516063">
                <a:moveTo>
                  <a:pt x="73725" y="0"/>
                </a:moveTo>
                <a:lnTo>
                  <a:pt x="1603482" y="0"/>
                </a:lnTo>
                <a:cubicBezTo>
                  <a:pt x="1644199" y="0"/>
                  <a:pt x="1677206" y="33008"/>
                  <a:pt x="1677206" y="73725"/>
                </a:cubicBezTo>
                <a:lnTo>
                  <a:pt x="1677206" y="442339"/>
                </a:lnTo>
                <a:cubicBezTo>
                  <a:pt x="1677206" y="483056"/>
                  <a:pt x="1644199" y="516063"/>
                  <a:pt x="1603482" y="516063"/>
                </a:cubicBezTo>
                <a:lnTo>
                  <a:pt x="73725" y="516063"/>
                </a:lnTo>
                <a:cubicBezTo>
                  <a:pt x="33008" y="516063"/>
                  <a:pt x="0" y="483056"/>
                  <a:pt x="0" y="442339"/>
                </a:cubicBezTo>
                <a:lnTo>
                  <a:pt x="0" y="73725"/>
                </a:lnTo>
                <a:cubicBezTo>
                  <a:pt x="0" y="33035"/>
                  <a:pt x="33035" y="0"/>
                  <a:pt x="73725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7" name="Shape 45"/>
          <p:cNvSpPr/>
          <p:nvPr/>
        </p:nvSpPr>
        <p:spPr>
          <a:xfrm>
            <a:off x="5155451" y="5707418"/>
            <a:ext cx="129016" cy="147447"/>
          </a:xfrm>
          <a:custGeom>
            <a:avLst/>
            <a:gdLst/>
            <a:ahLst/>
            <a:cxnLst/>
            <a:rect l="l" t="t" r="r" b="b"/>
            <a:pathLst>
              <a:path w="129016" h="147447">
                <a:moveTo>
                  <a:pt x="46077" y="23039"/>
                </a:moveTo>
                <a:cubicBezTo>
                  <a:pt x="46077" y="12873"/>
                  <a:pt x="54342" y="4608"/>
                  <a:pt x="64508" y="4608"/>
                </a:cubicBezTo>
                <a:cubicBezTo>
                  <a:pt x="74674" y="4608"/>
                  <a:pt x="82939" y="12873"/>
                  <a:pt x="82939" y="23039"/>
                </a:cubicBezTo>
                <a:lnTo>
                  <a:pt x="82939" y="36862"/>
                </a:lnTo>
                <a:lnTo>
                  <a:pt x="46077" y="36862"/>
                </a:lnTo>
                <a:lnTo>
                  <a:pt x="46077" y="23039"/>
                </a:lnTo>
                <a:close/>
                <a:moveTo>
                  <a:pt x="32254" y="36862"/>
                </a:moveTo>
                <a:lnTo>
                  <a:pt x="13823" y="36862"/>
                </a:lnTo>
                <a:cubicBezTo>
                  <a:pt x="6192" y="36862"/>
                  <a:pt x="0" y="43053"/>
                  <a:pt x="0" y="50685"/>
                </a:cubicBezTo>
                <a:lnTo>
                  <a:pt x="0" y="110585"/>
                </a:lnTo>
                <a:cubicBezTo>
                  <a:pt x="0" y="125848"/>
                  <a:pt x="12383" y="138231"/>
                  <a:pt x="27646" y="138231"/>
                </a:cubicBezTo>
                <a:lnTo>
                  <a:pt x="101370" y="138231"/>
                </a:lnTo>
                <a:cubicBezTo>
                  <a:pt x="116633" y="138231"/>
                  <a:pt x="129016" y="125848"/>
                  <a:pt x="129016" y="110585"/>
                </a:cubicBezTo>
                <a:lnTo>
                  <a:pt x="129016" y="50685"/>
                </a:lnTo>
                <a:cubicBezTo>
                  <a:pt x="129016" y="43053"/>
                  <a:pt x="122824" y="36862"/>
                  <a:pt x="115193" y="36862"/>
                </a:cubicBezTo>
                <a:lnTo>
                  <a:pt x="96762" y="36862"/>
                </a:lnTo>
                <a:lnTo>
                  <a:pt x="96762" y="23039"/>
                </a:lnTo>
                <a:cubicBezTo>
                  <a:pt x="96762" y="5212"/>
                  <a:pt x="82334" y="-9215"/>
                  <a:pt x="64508" y="-9215"/>
                </a:cubicBezTo>
                <a:cubicBezTo>
                  <a:pt x="46682" y="-9215"/>
                  <a:pt x="32254" y="5212"/>
                  <a:pt x="32254" y="23039"/>
                </a:cubicBezTo>
                <a:lnTo>
                  <a:pt x="32254" y="36862"/>
                </a:lnTo>
                <a:close/>
                <a:moveTo>
                  <a:pt x="39166" y="50685"/>
                </a:moveTo>
                <a:cubicBezTo>
                  <a:pt x="42980" y="50685"/>
                  <a:pt x="46077" y="53782"/>
                  <a:pt x="46077" y="57596"/>
                </a:cubicBezTo>
                <a:cubicBezTo>
                  <a:pt x="46077" y="61411"/>
                  <a:pt x="42980" y="64508"/>
                  <a:pt x="39166" y="64508"/>
                </a:cubicBezTo>
                <a:cubicBezTo>
                  <a:pt x="35351" y="64508"/>
                  <a:pt x="32254" y="61411"/>
                  <a:pt x="32254" y="57596"/>
                </a:cubicBezTo>
                <a:cubicBezTo>
                  <a:pt x="32254" y="53782"/>
                  <a:pt x="35351" y="50685"/>
                  <a:pt x="39166" y="50685"/>
                </a:cubicBezTo>
                <a:close/>
                <a:moveTo>
                  <a:pt x="82939" y="57596"/>
                </a:moveTo>
                <a:cubicBezTo>
                  <a:pt x="82939" y="53782"/>
                  <a:pt x="86036" y="50685"/>
                  <a:pt x="89850" y="50685"/>
                </a:cubicBezTo>
                <a:cubicBezTo>
                  <a:pt x="93665" y="50685"/>
                  <a:pt x="96762" y="53782"/>
                  <a:pt x="96762" y="57596"/>
                </a:cubicBezTo>
                <a:cubicBezTo>
                  <a:pt x="96762" y="61411"/>
                  <a:pt x="93665" y="64508"/>
                  <a:pt x="89850" y="64508"/>
                </a:cubicBezTo>
                <a:cubicBezTo>
                  <a:pt x="86036" y="64508"/>
                  <a:pt x="82939" y="61411"/>
                  <a:pt x="82939" y="57596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48" name="Text 46"/>
          <p:cNvSpPr/>
          <p:nvPr/>
        </p:nvSpPr>
        <p:spPr>
          <a:xfrm>
            <a:off x="4428489" y="5897868"/>
            <a:ext cx="1585052" cy="1474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71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Shopping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131230" y="5602975"/>
            <a:ext cx="1677206" cy="516063"/>
          </a:xfrm>
          <a:custGeom>
            <a:avLst/>
            <a:gdLst/>
            <a:ahLst/>
            <a:cxnLst/>
            <a:rect l="l" t="t" r="r" b="b"/>
            <a:pathLst>
              <a:path w="1677206" h="516063">
                <a:moveTo>
                  <a:pt x="73725" y="0"/>
                </a:moveTo>
                <a:lnTo>
                  <a:pt x="1603482" y="0"/>
                </a:lnTo>
                <a:cubicBezTo>
                  <a:pt x="1644199" y="0"/>
                  <a:pt x="1677206" y="33008"/>
                  <a:pt x="1677206" y="73725"/>
                </a:cubicBezTo>
                <a:lnTo>
                  <a:pt x="1677206" y="442339"/>
                </a:lnTo>
                <a:cubicBezTo>
                  <a:pt x="1677206" y="483056"/>
                  <a:pt x="1644199" y="516063"/>
                  <a:pt x="1603482" y="516063"/>
                </a:cubicBezTo>
                <a:lnTo>
                  <a:pt x="73725" y="516063"/>
                </a:lnTo>
                <a:cubicBezTo>
                  <a:pt x="33008" y="516063"/>
                  <a:pt x="0" y="483056"/>
                  <a:pt x="0" y="442339"/>
                </a:cubicBezTo>
                <a:lnTo>
                  <a:pt x="0" y="73725"/>
                </a:lnTo>
                <a:cubicBezTo>
                  <a:pt x="0" y="33035"/>
                  <a:pt x="33035" y="0"/>
                  <a:pt x="73725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0" name="Shape 48"/>
          <p:cNvSpPr/>
          <p:nvPr/>
        </p:nvSpPr>
        <p:spPr>
          <a:xfrm>
            <a:off x="6904269" y="5707418"/>
            <a:ext cx="129016" cy="147447"/>
          </a:xfrm>
          <a:custGeom>
            <a:avLst/>
            <a:gdLst/>
            <a:ahLst/>
            <a:cxnLst/>
            <a:rect l="l" t="t" r="r" b="b"/>
            <a:pathLst>
              <a:path w="129016" h="147447">
                <a:moveTo>
                  <a:pt x="97568" y="-2851"/>
                </a:moveTo>
                <a:cubicBezTo>
                  <a:pt x="100995" y="-374"/>
                  <a:pt x="102262" y="4118"/>
                  <a:pt x="100707" y="8035"/>
                </a:cubicBezTo>
                <a:lnTo>
                  <a:pt x="78129" y="64508"/>
                </a:lnTo>
                <a:lnTo>
                  <a:pt x="119800" y="64508"/>
                </a:lnTo>
                <a:cubicBezTo>
                  <a:pt x="123688" y="64508"/>
                  <a:pt x="127144" y="66927"/>
                  <a:pt x="128469" y="70584"/>
                </a:cubicBezTo>
                <a:cubicBezTo>
                  <a:pt x="129793" y="74242"/>
                  <a:pt x="128670" y="78331"/>
                  <a:pt x="125704" y="80808"/>
                </a:cubicBezTo>
                <a:lnTo>
                  <a:pt x="42765" y="149923"/>
                </a:lnTo>
                <a:cubicBezTo>
                  <a:pt x="39511" y="152630"/>
                  <a:pt x="34875" y="152774"/>
                  <a:pt x="31448" y="150298"/>
                </a:cubicBezTo>
                <a:cubicBezTo>
                  <a:pt x="28021" y="147821"/>
                  <a:pt x="26754" y="143329"/>
                  <a:pt x="28309" y="139412"/>
                </a:cubicBezTo>
                <a:lnTo>
                  <a:pt x="50886" y="82939"/>
                </a:lnTo>
                <a:lnTo>
                  <a:pt x="9215" y="82939"/>
                </a:lnTo>
                <a:cubicBezTo>
                  <a:pt x="5328" y="82939"/>
                  <a:pt x="1872" y="80520"/>
                  <a:pt x="547" y="76862"/>
                </a:cubicBezTo>
                <a:cubicBezTo>
                  <a:pt x="-778" y="73205"/>
                  <a:pt x="346" y="69116"/>
                  <a:pt x="3312" y="66639"/>
                </a:cubicBezTo>
                <a:lnTo>
                  <a:pt x="86251" y="-2477"/>
                </a:lnTo>
                <a:cubicBezTo>
                  <a:pt x="89505" y="-5184"/>
                  <a:pt x="94141" y="-5328"/>
                  <a:pt x="97568" y="-2851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51" name="Text 49"/>
          <p:cNvSpPr/>
          <p:nvPr/>
        </p:nvSpPr>
        <p:spPr>
          <a:xfrm>
            <a:off x="6177307" y="5897868"/>
            <a:ext cx="1585052" cy="1474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71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Bills &amp; Utilities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4382412" y="6192762"/>
            <a:ext cx="3428136" cy="516063"/>
          </a:xfrm>
          <a:custGeom>
            <a:avLst/>
            <a:gdLst/>
            <a:ahLst/>
            <a:cxnLst/>
            <a:rect l="l" t="t" r="r" b="b"/>
            <a:pathLst>
              <a:path w="3428136" h="516063">
                <a:moveTo>
                  <a:pt x="73725" y="0"/>
                </a:moveTo>
                <a:lnTo>
                  <a:pt x="3354411" y="0"/>
                </a:lnTo>
                <a:cubicBezTo>
                  <a:pt x="3395128" y="0"/>
                  <a:pt x="3428136" y="33008"/>
                  <a:pt x="3428136" y="73725"/>
                </a:cubicBezTo>
                <a:lnTo>
                  <a:pt x="3428136" y="442339"/>
                </a:lnTo>
                <a:cubicBezTo>
                  <a:pt x="3428136" y="483056"/>
                  <a:pt x="3395128" y="516063"/>
                  <a:pt x="3354411" y="516063"/>
                </a:cubicBezTo>
                <a:lnTo>
                  <a:pt x="73725" y="516063"/>
                </a:lnTo>
                <a:cubicBezTo>
                  <a:pt x="33008" y="516063"/>
                  <a:pt x="0" y="483056"/>
                  <a:pt x="0" y="442339"/>
                </a:cubicBezTo>
                <a:lnTo>
                  <a:pt x="0" y="73725"/>
                </a:lnTo>
                <a:cubicBezTo>
                  <a:pt x="0" y="33035"/>
                  <a:pt x="33035" y="0"/>
                  <a:pt x="73725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3" name="Shape 51"/>
          <p:cNvSpPr/>
          <p:nvPr/>
        </p:nvSpPr>
        <p:spPr>
          <a:xfrm>
            <a:off x="6029860" y="6297205"/>
            <a:ext cx="129016" cy="147447"/>
          </a:xfrm>
          <a:custGeom>
            <a:avLst/>
            <a:gdLst/>
            <a:ahLst/>
            <a:cxnLst/>
            <a:rect l="l" t="t" r="r" b="b"/>
            <a:pathLst>
              <a:path w="129016" h="147447">
                <a:moveTo>
                  <a:pt x="0" y="27646"/>
                </a:moveTo>
                <a:cubicBezTo>
                  <a:pt x="0" y="17480"/>
                  <a:pt x="8265" y="9215"/>
                  <a:pt x="18431" y="9215"/>
                </a:cubicBezTo>
                <a:lnTo>
                  <a:pt x="110585" y="9215"/>
                </a:lnTo>
                <a:cubicBezTo>
                  <a:pt x="120751" y="9215"/>
                  <a:pt x="129016" y="17480"/>
                  <a:pt x="129016" y="27646"/>
                </a:cubicBezTo>
                <a:lnTo>
                  <a:pt x="129016" y="119800"/>
                </a:lnTo>
                <a:cubicBezTo>
                  <a:pt x="129016" y="129966"/>
                  <a:pt x="120751" y="138231"/>
                  <a:pt x="110585" y="138231"/>
                </a:cubicBezTo>
                <a:lnTo>
                  <a:pt x="18431" y="138231"/>
                </a:lnTo>
                <a:cubicBezTo>
                  <a:pt x="8265" y="138231"/>
                  <a:pt x="0" y="129966"/>
                  <a:pt x="0" y="119800"/>
                </a:cubicBezTo>
                <a:lnTo>
                  <a:pt x="0" y="27646"/>
                </a:lnTo>
                <a:close/>
                <a:moveTo>
                  <a:pt x="13823" y="105977"/>
                </a:moveTo>
                <a:lnTo>
                  <a:pt x="13823" y="115193"/>
                </a:lnTo>
                <a:cubicBezTo>
                  <a:pt x="13823" y="117727"/>
                  <a:pt x="15897" y="119800"/>
                  <a:pt x="18431" y="119800"/>
                </a:cubicBezTo>
                <a:lnTo>
                  <a:pt x="27646" y="119800"/>
                </a:lnTo>
                <a:cubicBezTo>
                  <a:pt x="30180" y="119800"/>
                  <a:pt x="32254" y="117727"/>
                  <a:pt x="32254" y="115193"/>
                </a:cubicBezTo>
                <a:lnTo>
                  <a:pt x="32254" y="105977"/>
                </a:lnTo>
                <a:cubicBezTo>
                  <a:pt x="32254" y="103443"/>
                  <a:pt x="30180" y="101370"/>
                  <a:pt x="27646" y="101370"/>
                </a:cubicBezTo>
                <a:lnTo>
                  <a:pt x="18431" y="101370"/>
                </a:lnTo>
                <a:cubicBezTo>
                  <a:pt x="15897" y="101370"/>
                  <a:pt x="13823" y="103443"/>
                  <a:pt x="13823" y="105977"/>
                </a:cubicBezTo>
                <a:close/>
                <a:moveTo>
                  <a:pt x="101370" y="101370"/>
                </a:moveTo>
                <a:cubicBezTo>
                  <a:pt x="98835" y="101370"/>
                  <a:pt x="96762" y="103443"/>
                  <a:pt x="96762" y="105977"/>
                </a:cubicBezTo>
                <a:lnTo>
                  <a:pt x="96762" y="115193"/>
                </a:lnTo>
                <a:cubicBezTo>
                  <a:pt x="96762" y="117727"/>
                  <a:pt x="98835" y="119800"/>
                  <a:pt x="101370" y="119800"/>
                </a:cubicBezTo>
                <a:lnTo>
                  <a:pt x="110585" y="119800"/>
                </a:lnTo>
                <a:cubicBezTo>
                  <a:pt x="113119" y="119800"/>
                  <a:pt x="115193" y="117727"/>
                  <a:pt x="115193" y="115193"/>
                </a:cubicBezTo>
                <a:lnTo>
                  <a:pt x="115193" y="105977"/>
                </a:lnTo>
                <a:cubicBezTo>
                  <a:pt x="115193" y="103443"/>
                  <a:pt x="113119" y="101370"/>
                  <a:pt x="110585" y="101370"/>
                </a:cubicBezTo>
                <a:lnTo>
                  <a:pt x="101370" y="101370"/>
                </a:lnTo>
                <a:close/>
                <a:moveTo>
                  <a:pt x="13823" y="69116"/>
                </a:moveTo>
                <a:lnTo>
                  <a:pt x="13823" y="78331"/>
                </a:lnTo>
                <a:cubicBezTo>
                  <a:pt x="13823" y="80865"/>
                  <a:pt x="15897" y="82939"/>
                  <a:pt x="18431" y="82939"/>
                </a:cubicBezTo>
                <a:lnTo>
                  <a:pt x="27646" y="82939"/>
                </a:lnTo>
                <a:cubicBezTo>
                  <a:pt x="30180" y="82939"/>
                  <a:pt x="32254" y="80865"/>
                  <a:pt x="32254" y="78331"/>
                </a:cubicBezTo>
                <a:lnTo>
                  <a:pt x="32254" y="69116"/>
                </a:lnTo>
                <a:cubicBezTo>
                  <a:pt x="32254" y="66581"/>
                  <a:pt x="30180" y="64508"/>
                  <a:pt x="27646" y="64508"/>
                </a:cubicBezTo>
                <a:lnTo>
                  <a:pt x="18431" y="64508"/>
                </a:lnTo>
                <a:cubicBezTo>
                  <a:pt x="15897" y="64508"/>
                  <a:pt x="13823" y="66581"/>
                  <a:pt x="13823" y="69116"/>
                </a:cubicBezTo>
                <a:close/>
                <a:moveTo>
                  <a:pt x="101370" y="64508"/>
                </a:moveTo>
                <a:cubicBezTo>
                  <a:pt x="98835" y="64508"/>
                  <a:pt x="96762" y="66581"/>
                  <a:pt x="96762" y="69116"/>
                </a:cubicBezTo>
                <a:lnTo>
                  <a:pt x="96762" y="78331"/>
                </a:lnTo>
                <a:cubicBezTo>
                  <a:pt x="96762" y="80865"/>
                  <a:pt x="98835" y="82939"/>
                  <a:pt x="101370" y="82939"/>
                </a:cubicBezTo>
                <a:lnTo>
                  <a:pt x="110585" y="82939"/>
                </a:lnTo>
                <a:cubicBezTo>
                  <a:pt x="113119" y="82939"/>
                  <a:pt x="115193" y="80865"/>
                  <a:pt x="115193" y="78331"/>
                </a:cubicBezTo>
                <a:lnTo>
                  <a:pt x="115193" y="69116"/>
                </a:lnTo>
                <a:cubicBezTo>
                  <a:pt x="115193" y="66581"/>
                  <a:pt x="113119" y="64508"/>
                  <a:pt x="110585" y="64508"/>
                </a:cubicBezTo>
                <a:lnTo>
                  <a:pt x="101370" y="64508"/>
                </a:lnTo>
                <a:close/>
                <a:moveTo>
                  <a:pt x="13823" y="32254"/>
                </a:moveTo>
                <a:lnTo>
                  <a:pt x="13823" y="41469"/>
                </a:lnTo>
                <a:cubicBezTo>
                  <a:pt x="13823" y="44004"/>
                  <a:pt x="15897" y="46077"/>
                  <a:pt x="18431" y="46077"/>
                </a:cubicBezTo>
                <a:lnTo>
                  <a:pt x="27646" y="46077"/>
                </a:lnTo>
                <a:cubicBezTo>
                  <a:pt x="30180" y="46077"/>
                  <a:pt x="32254" y="44004"/>
                  <a:pt x="32254" y="41469"/>
                </a:cubicBezTo>
                <a:lnTo>
                  <a:pt x="32254" y="32254"/>
                </a:lnTo>
                <a:cubicBezTo>
                  <a:pt x="32254" y="29720"/>
                  <a:pt x="30180" y="27646"/>
                  <a:pt x="27646" y="27646"/>
                </a:cubicBezTo>
                <a:lnTo>
                  <a:pt x="18431" y="27646"/>
                </a:lnTo>
                <a:cubicBezTo>
                  <a:pt x="15897" y="27646"/>
                  <a:pt x="13823" y="29720"/>
                  <a:pt x="13823" y="32254"/>
                </a:cubicBezTo>
                <a:close/>
                <a:moveTo>
                  <a:pt x="101370" y="27646"/>
                </a:moveTo>
                <a:cubicBezTo>
                  <a:pt x="98835" y="27646"/>
                  <a:pt x="96762" y="29720"/>
                  <a:pt x="96762" y="32254"/>
                </a:cubicBezTo>
                <a:lnTo>
                  <a:pt x="96762" y="41469"/>
                </a:lnTo>
                <a:cubicBezTo>
                  <a:pt x="96762" y="44004"/>
                  <a:pt x="98835" y="46077"/>
                  <a:pt x="101370" y="46077"/>
                </a:cubicBezTo>
                <a:lnTo>
                  <a:pt x="110585" y="46077"/>
                </a:lnTo>
                <a:cubicBezTo>
                  <a:pt x="113119" y="46077"/>
                  <a:pt x="115193" y="44004"/>
                  <a:pt x="115193" y="41469"/>
                </a:cubicBezTo>
                <a:lnTo>
                  <a:pt x="115193" y="32254"/>
                </a:lnTo>
                <a:cubicBezTo>
                  <a:pt x="115193" y="29720"/>
                  <a:pt x="113119" y="27646"/>
                  <a:pt x="110585" y="27646"/>
                </a:cubicBezTo>
                <a:lnTo>
                  <a:pt x="101370" y="27646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54" name="Text 52"/>
          <p:cNvSpPr/>
          <p:nvPr/>
        </p:nvSpPr>
        <p:spPr>
          <a:xfrm>
            <a:off x="4428489" y="6487655"/>
            <a:ext cx="3335982" cy="1474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71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Entertainment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8101314" y="1253297"/>
            <a:ext cx="3723029" cy="1843084"/>
          </a:xfrm>
          <a:custGeom>
            <a:avLst/>
            <a:gdLst/>
            <a:ahLst/>
            <a:cxnLst/>
            <a:rect l="l" t="t" r="r" b="b"/>
            <a:pathLst>
              <a:path w="3723029" h="1843084">
                <a:moveTo>
                  <a:pt x="110585" y="0"/>
                </a:moveTo>
                <a:lnTo>
                  <a:pt x="3612444" y="0"/>
                </a:lnTo>
                <a:cubicBezTo>
                  <a:pt x="3673519" y="0"/>
                  <a:pt x="3723029" y="49511"/>
                  <a:pt x="3723029" y="110585"/>
                </a:cubicBezTo>
                <a:lnTo>
                  <a:pt x="3723029" y="1732499"/>
                </a:lnTo>
                <a:cubicBezTo>
                  <a:pt x="3723029" y="1793573"/>
                  <a:pt x="3673519" y="1843084"/>
                  <a:pt x="3612444" y="1843084"/>
                </a:cubicBezTo>
                <a:lnTo>
                  <a:pt x="110585" y="1843084"/>
                </a:lnTo>
                <a:cubicBezTo>
                  <a:pt x="49511" y="1843084"/>
                  <a:pt x="0" y="1793573"/>
                  <a:pt x="0" y="1732499"/>
                </a:cubicBezTo>
                <a:lnTo>
                  <a:pt x="0" y="110585"/>
                </a:lnTo>
                <a:cubicBezTo>
                  <a:pt x="0" y="49551"/>
                  <a:pt x="49551" y="0"/>
                  <a:pt x="110585" y="0"/>
                </a:cubicBezTo>
                <a:close/>
              </a:path>
            </a:pathLst>
          </a:custGeom>
          <a:gradFill rotWithShape="1" flip="none">
            <a:gsLst>
              <a:gs pos="0">
                <a:srgbClr val="EDE9FE"/>
              </a:gs>
              <a:gs pos="100000">
                <a:srgbClr val="DDD6FE"/>
              </a:gs>
            </a:gsLst>
            <a:lin ang="2700000" scaled="1"/>
          </a:gradFill>
          <a:ln/>
        </p:spPr>
      </p:sp>
      <p:sp>
        <p:nvSpPr>
          <p:cNvPr id="56" name="Shape 54"/>
          <p:cNvSpPr/>
          <p:nvPr/>
        </p:nvSpPr>
        <p:spPr>
          <a:xfrm>
            <a:off x="8248761" y="1400744"/>
            <a:ext cx="442340" cy="442340"/>
          </a:xfrm>
          <a:custGeom>
            <a:avLst/>
            <a:gdLst/>
            <a:ahLst/>
            <a:cxnLst/>
            <a:rect l="l" t="t" r="r" b="b"/>
            <a:pathLst>
              <a:path w="442340" h="442340">
                <a:moveTo>
                  <a:pt x="110585" y="0"/>
                </a:moveTo>
                <a:lnTo>
                  <a:pt x="331755" y="0"/>
                </a:lnTo>
                <a:cubicBezTo>
                  <a:pt x="392830" y="0"/>
                  <a:pt x="442340" y="49511"/>
                  <a:pt x="442340" y="110585"/>
                </a:cubicBezTo>
                <a:lnTo>
                  <a:pt x="442340" y="331755"/>
                </a:lnTo>
                <a:cubicBezTo>
                  <a:pt x="442340" y="392830"/>
                  <a:pt x="392830" y="442340"/>
                  <a:pt x="331755" y="442340"/>
                </a:cubicBezTo>
                <a:lnTo>
                  <a:pt x="110585" y="442340"/>
                </a:lnTo>
                <a:cubicBezTo>
                  <a:pt x="49511" y="442340"/>
                  <a:pt x="0" y="392830"/>
                  <a:pt x="0" y="331755"/>
                </a:cubicBezTo>
                <a:lnTo>
                  <a:pt x="0" y="110585"/>
                </a:lnTo>
                <a:cubicBezTo>
                  <a:pt x="0" y="49551"/>
                  <a:pt x="49551" y="0"/>
                  <a:pt x="110585" y="0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57" name="Shape 55"/>
          <p:cNvSpPr/>
          <p:nvPr/>
        </p:nvSpPr>
        <p:spPr>
          <a:xfrm>
            <a:off x="8400815" y="1529760"/>
            <a:ext cx="138231" cy="184308"/>
          </a:xfrm>
          <a:custGeom>
            <a:avLst/>
            <a:gdLst/>
            <a:ahLst/>
            <a:cxnLst/>
            <a:rect l="l" t="t" r="r" b="b"/>
            <a:pathLst>
              <a:path w="138231" h="184308">
                <a:moveTo>
                  <a:pt x="0" y="23039"/>
                </a:moveTo>
                <a:cubicBezTo>
                  <a:pt x="0" y="10331"/>
                  <a:pt x="10331" y="0"/>
                  <a:pt x="23039" y="0"/>
                </a:cubicBezTo>
                <a:lnTo>
                  <a:pt x="76855" y="0"/>
                </a:lnTo>
                <a:cubicBezTo>
                  <a:pt x="82975" y="0"/>
                  <a:pt x="88842" y="2412"/>
                  <a:pt x="93162" y="6732"/>
                </a:cubicBezTo>
                <a:lnTo>
                  <a:pt x="131500" y="45105"/>
                </a:lnTo>
                <a:cubicBezTo>
                  <a:pt x="135819" y="49425"/>
                  <a:pt x="138231" y="55293"/>
                  <a:pt x="138231" y="61412"/>
                </a:cubicBezTo>
                <a:lnTo>
                  <a:pt x="138231" y="161270"/>
                </a:lnTo>
                <a:cubicBezTo>
                  <a:pt x="138231" y="173977"/>
                  <a:pt x="127900" y="184308"/>
                  <a:pt x="115193" y="184308"/>
                </a:cubicBezTo>
                <a:lnTo>
                  <a:pt x="23039" y="184308"/>
                </a:lnTo>
                <a:cubicBezTo>
                  <a:pt x="10331" y="184308"/>
                  <a:pt x="0" y="173977"/>
                  <a:pt x="0" y="161270"/>
                </a:cubicBezTo>
                <a:lnTo>
                  <a:pt x="0" y="23039"/>
                </a:lnTo>
                <a:close/>
                <a:moveTo>
                  <a:pt x="74875" y="21059"/>
                </a:moveTo>
                <a:lnTo>
                  <a:pt x="74875" y="54717"/>
                </a:lnTo>
                <a:cubicBezTo>
                  <a:pt x="74875" y="59504"/>
                  <a:pt x="78727" y="63356"/>
                  <a:pt x="83515" y="63356"/>
                </a:cubicBezTo>
                <a:lnTo>
                  <a:pt x="117173" y="63356"/>
                </a:lnTo>
                <a:lnTo>
                  <a:pt x="74875" y="21059"/>
                </a:lnTo>
                <a:close/>
                <a:moveTo>
                  <a:pt x="23039" y="31678"/>
                </a:moveTo>
                <a:cubicBezTo>
                  <a:pt x="23039" y="36466"/>
                  <a:pt x="26890" y="40317"/>
                  <a:pt x="31678" y="40317"/>
                </a:cubicBezTo>
                <a:lnTo>
                  <a:pt x="48957" y="40317"/>
                </a:lnTo>
                <a:cubicBezTo>
                  <a:pt x="53745" y="40317"/>
                  <a:pt x="57596" y="36466"/>
                  <a:pt x="57596" y="31678"/>
                </a:cubicBezTo>
                <a:cubicBezTo>
                  <a:pt x="57596" y="26890"/>
                  <a:pt x="53745" y="23039"/>
                  <a:pt x="48957" y="23039"/>
                </a:cubicBezTo>
                <a:lnTo>
                  <a:pt x="31678" y="23039"/>
                </a:lnTo>
                <a:cubicBezTo>
                  <a:pt x="26890" y="23039"/>
                  <a:pt x="23039" y="26890"/>
                  <a:pt x="23039" y="31678"/>
                </a:cubicBezTo>
                <a:close/>
                <a:moveTo>
                  <a:pt x="23039" y="66236"/>
                </a:moveTo>
                <a:cubicBezTo>
                  <a:pt x="23039" y="71024"/>
                  <a:pt x="26890" y="74875"/>
                  <a:pt x="31678" y="74875"/>
                </a:cubicBezTo>
                <a:lnTo>
                  <a:pt x="48957" y="74875"/>
                </a:lnTo>
                <a:cubicBezTo>
                  <a:pt x="53745" y="74875"/>
                  <a:pt x="57596" y="71024"/>
                  <a:pt x="57596" y="66236"/>
                </a:cubicBezTo>
                <a:cubicBezTo>
                  <a:pt x="57596" y="61448"/>
                  <a:pt x="53745" y="57596"/>
                  <a:pt x="48957" y="57596"/>
                </a:cubicBezTo>
                <a:lnTo>
                  <a:pt x="31678" y="57596"/>
                </a:lnTo>
                <a:cubicBezTo>
                  <a:pt x="26890" y="57596"/>
                  <a:pt x="23039" y="61448"/>
                  <a:pt x="23039" y="66236"/>
                </a:cubicBezTo>
                <a:close/>
                <a:moveTo>
                  <a:pt x="63356" y="93594"/>
                </a:moveTo>
                <a:lnTo>
                  <a:pt x="63356" y="95034"/>
                </a:lnTo>
                <a:cubicBezTo>
                  <a:pt x="52989" y="95142"/>
                  <a:pt x="44637" y="103565"/>
                  <a:pt x="44637" y="113933"/>
                </a:cubicBezTo>
                <a:cubicBezTo>
                  <a:pt x="44637" y="123184"/>
                  <a:pt x="51297" y="131068"/>
                  <a:pt x="60440" y="132580"/>
                </a:cubicBezTo>
                <a:lnTo>
                  <a:pt x="75451" y="135099"/>
                </a:lnTo>
                <a:cubicBezTo>
                  <a:pt x="77611" y="135459"/>
                  <a:pt x="79195" y="137331"/>
                  <a:pt x="79195" y="139527"/>
                </a:cubicBezTo>
                <a:cubicBezTo>
                  <a:pt x="79195" y="142011"/>
                  <a:pt x="77179" y="144027"/>
                  <a:pt x="74695" y="144027"/>
                </a:cubicBezTo>
                <a:lnTo>
                  <a:pt x="54717" y="143991"/>
                </a:lnTo>
                <a:cubicBezTo>
                  <a:pt x="50757" y="143991"/>
                  <a:pt x="47517" y="147231"/>
                  <a:pt x="47517" y="151190"/>
                </a:cubicBezTo>
                <a:cubicBezTo>
                  <a:pt x="47517" y="155150"/>
                  <a:pt x="50757" y="158390"/>
                  <a:pt x="54717" y="158390"/>
                </a:cubicBezTo>
                <a:lnTo>
                  <a:pt x="63356" y="158390"/>
                </a:lnTo>
                <a:lnTo>
                  <a:pt x="63356" y="159830"/>
                </a:lnTo>
                <a:cubicBezTo>
                  <a:pt x="63356" y="163790"/>
                  <a:pt x="66596" y="167029"/>
                  <a:pt x="70556" y="167029"/>
                </a:cubicBezTo>
                <a:cubicBezTo>
                  <a:pt x="74515" y="167029"/>
                  <a:pt x="77755" y="163790"/>
                  <a:pt x="77755" y="159830"/>
                </a:cubicBezTo>
                <a:lnTo>
                  <a:pt x="77755" y="158138"/>
                </a:lnTo>
                <a:cubicBezTo>
                  <a:pt x="86755" y="156662"/>
                  <a:pt x="93594" y="148887"/>
                  <a:pt x="93594" y="139491"/>
                </a:cubicBezTo>
                <a:cubicBezTo>
                  <a:pt x="93594" y="130240"/>
                  <a:pt x="86935" y="122356"/>
                  <a:pt x="77791" y="120844"/>
                </a:cubicBezTo>
                <a:lnTo>
                  <a:pt x="62780" y="118325"/>
                </a:lnTo>
                <a:cubicBezTo>
                  <a:pt x="60620" y="117965"/>
                  <a:pt x="59036" y="116093"/>
                  <a:pt x="59036" y="113897"/>
                </a:cubicBezTo>
                <a:cubicBezTo>
                  <a:pt x="59036" y="111413"/>
                  <a:pt x="61052" y="109397"/>
                  <a:pt x="63536" y="109397"/>
                </a:cubicBezTo>
                <a:lnTo>
                  <a:pt x="80635" y="109397"/>
                </a:lnTo>
                <a:cubicBezTo>
                  <a:pt x="84595" y="109397"/>
                  <a:pt x="87834" y="106157"/>
                  <a:pt x="87834" y="102198"/>
                </a:cubicBezTo>
                <a:cubicBezTo>
                  <a:pt x="87834" y="98238"/>
                  <a:pt x="84595" y="94998"/>
                  <a:pt x="80635" y="94998"/>
                </a:cubicBezTo>
                <a:lnTo>
                  <a:pt x="77755" y="94998"/>
                </a:lnTo>
                <a:lnTo>
                  <a:pt x="77755" y="93558"/>
                </a:lnTo>
                <a:cubicBezTo>
                  <a:pt x="77755" y="89598"/>
                  <a:pt x="74515" y="86359"/>
                  <a:pt x="70556" y="86359"/>
                </a:cubicBezTo>
                <a:cubicBezTo>
                  <a:pt x="66596" y="86359"/>
                  <a:pt x="63356" y="89598"/>
                  <a:pt x="63356" y="9355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8" name="Text 56"/>
          <p:cNvSpPr/>
          <p:nvPr/>
        </p:nvSpPr>
        <p:spPr>
          <a:xfrm>
            <a:off x="8801686" y="1474467"/>
            <a:ext cx="1723283" cy="294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42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Monthly Reports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8267191" y="2008961"/>
            <a:ext cx="147447" cy="147447"/>
          </a:xfrm>
          <a:custGeom>
            <a:avLst/>
            <a:gdLst/>
            <a:ahLst/>
            <a:cxnLst/>
            <a:rect l="l" t="t" r="r" b="b"/>
            <a:pathLst>
              <a:path w="147447" h="147447">
                <a:moveTo>
                  <a:pt x="73723" y="147447"/>
                </a:moveTo>
                <a:cubicBezTo>
                  <a:pt x="114412" y="147447"/>
                  <a:pt x="147447" y="114412"/>
                  <a:pt x="147447" y="73723"/>
                </a:cubicBezTo>
                <a:cubicBezTo>
                  <a:pt x="147447" y="33034"/>
                  <a:pt x="114412" y="0"/>
                  <a:pt x="73723" y="0"/>
                </a:cubicBezTo>
                <a:cubicBezTo>
                  <a:pt x="33034" y="0"/>
                  <a:pt x="0" y="33034"/>
                  <a:pt x="0" y="73723"/>
                </a:cubicBezTo>
                <a:cubicBezTo>
                  <a:pt x="0" y="114412"/>
                  <a:pt x="33034" y="147447"/>
                  <a:pt x="73723" y="147447"/>
                </a:cubicBezTo>
                <a:close/>
                <a:moveTo>
                  <a:pt x="98029" y="61254"/>
                </a:moveTo>
                <a:lnTo>
                  <a:pt x="74990" y="98115"/>
                </a:lnTo>
                <a:cubicBezTo>
                  <a:pt x="73781" y="100045"/>
                  <a:pt x="71707" y="101254"/>
                  <a:pt x="69432" y="101370"/>
                </a:cubicBezTo>
                <a:cubicBezTo>
                  <a:pt x="67157" y="101485"/>
                  <a:pt x="64969" y="100448"/>
                  <a:pt x="63615" y="98605"/>
                </a:cubicBezTo>
                <a:lnTo>
                  <a:pt x="49792" y="80174"/>
                </a:lnTo>
                <a:cubicBezTo>
                  <a:pt x="47488" y="77122"/>
                  <a:pt x="48122" y="72802"/>
                  <a:pt x="51174" y="70498"/>
                </a:cubicBezTo>
                <a:cubicBezTo>
                  <a:pt x="54227" y="68194"/>
                  <a:pt x="58547" y="68828"/>
                  <a:pt x="60851" y="71880"/>
                </a:cubicBezTo>
                <a:lnTo>
                  <a:pt x="68626" y="82248"/>
                </a:lnTo>
                <a:lnTo>
                  <a:pt x="86308" y="53939"/>
                </a:lnTo>
                <a:cubicBezTo>
                  <a:pt x="88324" y="50714"/>
                  <a:pt x="92586" y="49706"/>
                  <a:pt x="95840" y="51750"/>
                </a:cubicBezTo>
                <a:cubicBezTo>
                  <a:pt x="99095" y="53795"/>
                  <a:pt x="100074" y="58028"/>
                  <a:pt x="98029" y="61283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60" name="Text 58"/>
          <p:cNvSpPr/>
          <p:nvPr/>
        </p:nvSpPr>
        <p:spPr>
          <a:xfrm>
            <a:off x="8506792" y="1990531"/>
            <a:ext cx="1612698" cy="184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6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Automatic total calculations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8267191" y="2266993"/>
            <a:ext cx="147447" cy="147447"/>
          </a:xfrm>
          <a:custGeom>
            <a:avLst/>
            <a:gdLst/>
            <a:ahLst/>
            <a:cxnLst/>
            <a:rect l="l" t="t" r="r" b="b"/>
            <a:pathLst>
              <a:path w="147447" h="147447">
                <a:moveTo>
                  <a:pt x="73723" y="147447"/>
                </a:moveTo>
                <a:cubicBezTo>
                  <a:pt x="114412" y="147447"/>
                  <a:pt x="147447" y="114412"/>
                  <a:pt x="147447" y="73723"/>
                </a:cubicBezTo>
                <a:cubicBezTo>
                  <a:pt x="147447" y="33034"/>
                  <a:pt x="114412" y="0"/>
                  <a:pt x="73723" y="0"/>
                </a:cubicBezTo>
                <a:cubicBezTo>
                  <a:pt x="33034" y="0"/>
                  <a:pt x="0" y="33034"/>
                  <a:pt x="0" y="73723"/>
                </a:cubicBezTo>
                <a:cubicBezTo>
                  <a:pt x="0" y="114412"/>
                  <a:pt x="33034" y="147447"/>
                  <a:pt x="73723" y="147447"/>
                </a:cubicBezTo>
                <a:close/>
                <a:moveTo>
                  <a:pt x="98029" y="61254"/>
                </a:moveTo>
                <a:lnTo>
                  <a:pt x="74990" y="98115"/>
                </a:lnTo>
                <a:cubicBezTo>
                  <a:pt x="73781" y="100045"/>
                  <a:pt x="71707" y="101254"/>
                  <a:pt x="69432" y="101370"/>
                </a:cubicBezTo>
                <a:cubicBezTo>
                  <a:pt x="67157" y="101485"/>
                  <a:pt x="64969" y="100448"/>
                  <a:pt x="63615" y="98605"/>
                </a:cubicBezTo>
                <a:lnTo>
                  <a:pt x="49792" y="80174"/>
                </a:lnTo>
                <a:cubicBezTo>
                  <a:pt x="47488" y="77122"/>
                  <a:pt x="48122" y="72802"/>
                  <a:pt x="51174" y="70498"/>
                </a:cubicBezTo>
                <a:cubicBezTo>
                  <a:pt x="54227" y="68194"/>
                  <a:pt x="58547" y="68828"/>
                  <a:pt x="60851" y="71880"/>
                </a:cubicBezTo>
                <a:lnTo>
                  <a:pt x="68626" y="82248"/>
                </a:lnTo>
                <a:lnTo>
                  <a:pt x="86308" y="53939"/>
                </a:lnTo>
                <a:cubicBezTo>
                  <a:pt x="88324" y="50714"/>
                  <a:pt x="92586" y="49706"/>
                  <a:pt x="95840" y="51750"/>
                </a:cubicBezTo>
                <a:cubicBezTo>
                  <a:pt x="99095" y="53795"/>
                  <a:pt x="100074" y="58028"/>
                  <a:pt x="98029" y="61283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62" name="Text 60"/>
          <p:cNvSpPr/>
          <p:nvPr/>
        </p:nvSpPr>
        <p:spPr>
          <a:xfrm>
            <a:off x="8506792" y="2248562"/>
            <a:ext cx="1557406" cy="184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6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Category-wise breakdown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8267191" y="2525025"/>
            <a:ext cx="147447" cy="147447"/>
          </a:xfrm>
          <a:custGeom>
            <a:avLst/>
            <a:gdLst/>
            <a:ahLst/>
            <a:cxnLst/>
            <a:rect l="l" t="t" r="r" b="b"/>
            <a:pathLst>
              <a:path w="147447" h="147447">
                <a:moveTo>
                  <a:pt x="73723" y="147447"/>
                </a:moveTo>
                <a:cubicBezTo>
                  <a:pt x="114412" y="147447"/>
                  <a:pt x="147447" y="114412"/>
                  <a:pt x="147447" y="73723"/>
                </a:cubicBezTo>
                <a:cubicBezTo>
                  <a:pt x="147447" y="33034"/>
                  <a:pt x="114412" y="0"/>
                  <a:pt x="73723" y="0"/>
                </a:cubicBezTo>
                <a:cubicBezTo>
                  <a:pt x="33034" y="0"/>
                  <a:pt x="0" y="33034"/>
                  <a:pt x="0" y="73723"/>
                </a:cubicBezTo>
                <a:cubicBezTo>
                  <a:pt x="0" y="114412"/>
                  <a:pt x="33034" y="147447"/>
                  <a:pt x="73723" y="147447"/>
                </a:cubicBezTo>
                <a:close/>
                <a:moveTo>
                  <a:pt x="98029" y="61254"/>
                </a:moveTo>
                <a:lnTo>
                  <a:pt x="74990" y="98115"/>
                </a:lnTo>
                <a:cubicBezTo>
                  <a:pt x="73781" y="100045"/>
                  <a:pt x="71707" y="101254"/>
                  <a:pt x="69432" y="101370"/>
                </a:cubicBezTo>
                <a:cubicBezTo>
                  <a:pt x="67157" y="101485"/>
                  <a:pt x="64969" y="100448"/>
                  <a:pt x="63615" y="98605"/>
                </a:cubicBezTo>
                <a:lnTo>
                  <a:pt x="49792" y="80174"/>
                </a:lnTo>
                <a:cubicBezTo>
                  <a:pt x="47488" y="77122"/>
                  <a:pt x="48122" y="72802"/>
                  <a:pt x="51174" y="70498"/>
                </a:cubicBezTo>
                <a:cubicBezTo>
                  <a:pt x="54227" y="68194"/>
                  <a:pt x="58547" y="68828"/>
                  <a:pt x="60851" y="71880"/>
                </a:cubicBezTo>
                <a:lnTo>
                  <a:pt x="68626" y="82248"/>
                </a:lnTo>
                <a:lnTo>
                  <a:pt x="86308" y="53939"/>
                </a:lnTo>
                <a:cubicBezTo>
                  <a:pt x="88324" y="50714"/>
                  <a:pt x="92586" y="49706"/>
                  <a:pt x="95840" y="51750"/>
                </a:cubicBezTo>
                <a:cubicBezTo>
                  <a:pt x="99095" y="53795"/>
                  <a:pt x="100074" y="58028"/>
                  <a:pt x="98029" y="61283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64" name="Text 62"/>
          <p:cNvSpPr/>
          <p:nvPr/>
        </p:nvSpPr>
        <p:spPr>
          <a:xfrm>
            <a:off x="8506792" y="2506594"/>
            <a:ext cx="1115066" cy="184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6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Date range filtering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8267191" y="2783057"/>
            <a:ext cx="147447" cy="147447"/>
          </a:xfrm>
          <a:custGeom>
            <a:avLst/>
            <a:gdLst/>
            <a:ahLst/>
            <a:cxnLst/>
            <a:rect l="l" t="t" r="r" b="b"/>
            <a:pathLst>
              <a:path w="147447" h="147447">
                <a:moveTo>
                  <a:pt x="73723" y="147447"/>
                </a:moveTo>
                <a:cubicBezTo>
                  <a:pt x="114412" y="147447"/>
                  <a:pt x="147447" y="114412"/>
                  <a:pt x="147447" y="73723"/>
                </a:cubicBezTo>
                <a:cubicBezTo>
                  <a:pt x="147447" y="33034"/>
                  <a:pt x="114412" y="0"/>
                  <a:pt x="73723" y="0"/>
                </a:cubicBezTo>
                <a:cubicBezTo>
                  <a:pt x="33034" y="0"/>
                  <a:pt x="0" y="33034"/>
                  <a:pt x="0" y="73723"/>
                </a:cubicBezTo>
                <a:cubicBezTo>
                  <a:pt x="0" y="114412"/>
                  <a:pt x="33034" y="147447"/>
                  <a:pt x="73723" y="147447"/>
                </a:cubicBezTo>
                <a:close/>
                <a:moveTo>
                  <a:pt x="98029" y="61254"/>
                </a:moveTo>
                <a:lnTo>
                  <a:pt x="74990" y="98115"/>
                </a:lnTo>
                <a:cubicBezTo>
                  <a:pt x="73781" y="100045"/>
                  <a:pt x="71707" y="101254"/>
                  <a:pt x="69432" y="101370"/>
                </a:cubicBezTo>
                <a:cubicBezTo>
                  <a:pt x="67157" y="101485"/>
                  <a:pt x="64969" y="100448"/>
                  <a:pt x="63615" y="98605"/>
                </a:cubicBezTo>
                <a:lnTo>
                  <a:pt x="49792" y="80174"/>
                </a:lnTo>
                <a:cubicBezTo>
                  <a:pt x="47488" y="77122"/>
                  <a:pt x="48122" y="72802"/>
                  <a:pt x="51174" y="70498"/>
                </a:cubicBezTo>
                <a:cubicBezTo>
                  <a:pt x="54227" y="68194"/>
                  <a:pt x="58547" y="68828"/>
                  <a:pt x="60851" y="71880"/>
                </a:cubicBezTo>
                <a:lnTo>
                  <a:pt x="68626" y="82248"/>
                </a:lnTo>
                <a:lnTo>
                  <a:pt x="86308" y="53939"/>
                </a:lnTo>
                <a:cubicBezTo>
                  <a:pt x="88324" y="50714"/>
                  <a:pt x="92586" y="49706"/>
                  <a:pt x="95840" y="51750"/>
                </a:cubicBezTo>
                <a:cubicBezTo>
                  <a:pt x="99095" y="53795"/>
                  <a:pt x="100074" y="58028"/>
                  <a:pt x="98029" y="61283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66" name="Text 64"/>
          <p:cNvSpPr/>
          <p:nvPr/>
        </p:nvSpPr>
        <p:spPr>
          <a:xfrm>
            <a:off x="8506792" y="2764626"/>
            <a:ext cx="1087420" cy="184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6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Export capabilities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8101314" y="3206966"/>
            <a:ext cx="3723029" cy="1843084"/>
          </a:xfrm>
          <a:custGeom>
            <a:avLst/>
            <a:gdLst/>
            <a:ahLst/>
            <a:cxnLst/>
            <a:rect l="l" t="t" r="r" b="b"/>
            <a:pathLst>
              <a:path w="3723029" h="1843084">
                <a:moveTo>
                  <a:pt x="110585" y="0"/>
                </a:moveTo>
                <a:lnTo>
                  <a:pt x="3612444" y="0"/>
                </a:lnTo>
                <a:cubicBezTo>
                  <a:pt x="3673519" y="0"/>
                  <a:pt x="3723029" y="49511"/>
                  <a:pt x="3723029" y="110585"/>
                </a:cubicBezTo>
                <a:lnTo>
                  <a:pt x="3723029" y="1732499"/>
                </a:lnTo>
                <a:cubicBezTo>
                  <a:pt x="3723029" y="1793573"/>
                  <a:pt x="3673519" y="1843084"/>
                  <a:pt x="3612444" y="1843084"/>
                </a:cubicBezTo>
                <a:lnTo>
                  <a:pt x="110585" y="1843084"/>
                </a:lnTo>
                <a:cubicBezTo>
                  <a:pt x="49511" y="1843084"/>
                  <a:pt x="0" y="1793573"/>
                  <a:pt x="0" y="1732499"/>
                </a:cubicBezTo>
                <a:lnTo>
                  <a:pt x="0" y="110585"/>
                </a:lnTo>
                <a:cubicBezTo>
                  <a:pt x="0" y="49551"/>
                  <a:pt x="49551" y="0"/>
                  <a:pt x="110585" y="0"/>
                </a:cubicBezTo>
                <a:close/>
              </a:path>
            </a:pathLst>
          </a:custGeom>
          <a:gradFill rotWithShape="1" flip="none">
            <a:gsLst>
              <a:gs pos="0">
                <a:srgbClr val="FCE7F3"/>
              </a:gs>
              <a:gs pos="100000">
                <a:srgbClr val="FBCFE8"/>
              </a:gs>
            </a:gsLst>
            <a:lin ang="2700000" scaled="1"/>
          </a:gradFill>
          <a:ln/>
        </p:spPr>
      </p:sp>
      <p:sp>
        <p:nvSpPr>
          <p:cNvPr id="68" name="Shape 66"/>
          <p:cNvSpPr/>
          <p:nvPr/>
        </p:nvSpPr>
        <p:spPr>
          <a:xfrm>
            <a:off x="8248761" y="3354413"/>
            <a:ext cx="442340" cy="442340"/>
          </a:xfrm>
          <a:custGeom>
            <a:avLst/>
            <a:gdLst/>
            <a:ahLst/>
            <a:cxnLst/>
            <a:rect l="l" t="t" r="r" b="b"/>
            <a:pathLst>
              <a:path w="442340" h="442340">
                <a:moveTo>
                  <a:pt x="110585" y="0"/>
                </a:moveTo>
                <a:lnTo>
                  <a:pt x="331755" y="0"/>
                </a:lnTo>
                <a:cubicBezTo>
                  <a:pt x="392830" y="0"/>
                  <a:pt x="442340" y="49511"/>
                  <a:pt x="442340" y="110585"/>
                </a:cubicBezTo>
                <a:lnTo>
                  <a:pt x="442340" y="331755"/>
                </a:lnTo>
                <a:cubicBezTo>
                  <a:pt x="442340" y="392830"/>
                  <a:pt x="392830" y="442340"/>
                  <a:pt x="331755" y="442340"/>
                </a:cubicBezTo>
                <a:lnTo>
                  <a:pt x="110585" y="442340"/>
                </a:lnTo>
                <a:cubicBezTo>
                  <a:pt x="49511" y="442340"/>
                  <a:pt x="0" y="392830"/>
                  <a:pt x="0" y="331755"/>
                </a:cubicBezTo>
                <a:lnTo>
                  <a:pt x="0" y="110585"/>
                </a:lnTo>
                <a:cubicBezTo>
                  <a:pt x="0" y="49551"/>
                  <a:pt x="49551" y="0"/>
                  <a:pt x="110585" y="0"/>
                </a:cubicBez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69" name="Shape 67"/>
          <p:cNvSpPr/>
          <p:nvPr/>
        </p:nvSpPr>
        <p:spPr>
          <a:xfrm>
            <a:off x="8366257" y="3483429"/>
            <a:ext cx="207347" cy="184308"/>
          </a:xfrm>
          <a:custGeom>
            <a:avLst/>
            <a:gdLst/>
            <a:ahLst/>
            <a:cxnLst/>
            <a:rect l="l" t="t" r="r" b="b"/>
            <a:pathLst>
              <a:path w="207347" h="184308">
                <a:moveTo>
                  <a:pt x="184452" y="86395"/>
                </a:moveTo>
                <a:lnTo>
                  <a:pt x="121096" y="86395"/>
                </a:lnTo>
                <a:cubicBezTo>
                  <a:pt x="114725" y="86395"/>
                  <a:pt x="109577" y="81247"/>
                  <a:pt x="109577" y="74875"/>
                </a:cubicBezTo>
                <a:lnTo>
                  <a:pt x="109577" y="11519"/>
                </a:lnTo>
                <a:cubicBezTo>
                  <a:pt x="109577" y="5148"/>
                  <a:pt x="114761" y="-72"/>
                  <a:pt x="121060" y="756"/>
                </a:cubicBezTo>
                <a:cubicBezTo>
                  <a:pt x="159578" y="5868"/>
                  <a:pt x="190104" y="36394"/>
                  <a:pt x="195216" y="74911"/>
                </a:cubicBezTo>
                <a:cubicBezTo>
                  <a:pt x="196044" y="81211"/>
                  <a:pt x="190824" y="86395"/>
                  <a:pt x="184452" y="86395"/>
                </a:cubicBezTo>
                <a:close/>
                <a:moveTo>
                  <a:pt x="80131" y="13391"/>
                </a:moveTo>
                <a:cubicBezTo>
                  <a:pt x="86647" y="12023"/>
                  <a:pt x="92298" y="17351"/>
                  <a:pt x="92298" y="24010"/>
                </a:cubicBezTo>
                <a:lnTo>
                  <a:pt x="92298" y="95034"/>
                </a:lnTo>
                <a:cubicBezTo>
                  <a:pt x="92298" y="97050"/>
                  <a:pt x="93018" y="98994"/>
                  <a:pt x="94278" y="100542"/>
                </a:cubicBezTo>
                <a:lnTo>
                  <a:pt x="141831" y="157922"/>
                </a:lnTo>
                <a:cubicBezTo>
                  <a:pt x="146043" y="162998"/>
                  <a:pt x="145143" y="170665"/>
                  <a:pt x="139347" y="173797"/>
                </a:cubicBezTo>
                <a:cubicBezTo>
                  <a:pt x="127072" y="180493"/>
                  <a:pt x="112997" y="184308"/>
                  <a:pt x="98058" y="184308"/>
                </a:cubicBezTo>
                <a:cubicBezTo>
                  <a:pt x="50361" y="184308"/>
                  <a:pt x="11663" y="145611"/>
                  <a:pt x="11663" y="97914"/>
                </a:cubicBezTo>
                <a:cubicBezTo>
                  <a:pt x="11663" y="56336"/>
                  <a:pt x="41001" y="21635"/>
                  <a:pt x="80131" y="13391"/>
                </a:cubicBezTo>
                <a:close/>
                <a:moveTo>
                  <a:pt x="171997" y="103673"/>
                </a:moveTo>
                <a:lnTo>
                  <a:pt x="195036" y="103673"/>
                </a:lnTo>
                <a:cubicBezTo>
                  <a:pt x="201695" y="103673"/>
                  <a:pt x="207023" y="109325"/>
                  <a:pt x="205655" y="115841"/>
                </a:cubicBezTo>
                <a:cubicBezTo>
                  <a:pt x="201983" y="133264"/>
                  <a:pt x="193056" y="148743"/>
                  <a:pt x="180601" y="160550"/>
                </a:cubicBezTo>
                <a:cubicBezTo>
                  <a:pt x="176173" y="164762"/>
                  <a:pt x="169225" y="163862"/>
                  <a:pt x="165338" y="159146"/>
                </a:cubicBezTo>
                <a:lnTo>
                  <a:pt x="134955" y="122536"/>
                </a:lnTo>
                <a:cubicBezTo>
                  <a:pt x="128728" y="115013"/>
                  <a:pt x="134092" y="103673"/>
                  <a:pt x="143811" y="103673"/>
                </a:cubicBezTo>
                <a:lnTo>
                  <a:pt x="171961" y="103673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0" name="Text 68"/>
          <p:cNvSpPr/>
          <p:nvPr/>
        </p:nvSpPr>
        <p:spPr>
          <a:xfrm>
            <a:off x="8801686" y="3428136"/>
            <a:ext cx="1714068" cy="294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42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Charts &amp; Graphs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8257976" y="3962630"/>
            <a:ext cx="165878" cy="147447"/>
          </a:xfrm>
          <a:custGeom>
            <a:avLst/>
            <a:gdLst/>
            <a:ahLst/>
            <a:cxnLst/>
            <a:rect l="l" t="t" r="r" b="b"/>
            <a:pathLst>
              <a:path w="165878" h="147447">
                <a:moveTo>
                  <a:pt x="147562" y="69116"/>
                </a:moveTo>
                <a:lnTo>
                  <a:pt x="96877" y="69116"/>
                </a:lnTo>
                <a:cubicBezTo>
                  <a:pt x="91780" y="69116"/>
                  <a:pt x="87662" y="64998"/>
                  <a:pt x="87662" y="59900"/>
                </a:cubicBezTo>
                <a:lnTo>
                  <a:pt x="87662" y="9215"/>
                </a:lnTo>
                <a:cubicBezTo>
                  <a:pt x="87662" y="4118"/>
                  <a:pt x="91809" y="-58"/>
                  <a:pt x="96848" y="605"/>
                </a:cubicBezTo>
                <a:cubicBezTo>
                  <a:pt x="127662" y="4694"/>
                  <a:pt x="152083" y="29115"/>
                  <a:pt x="156173" y="59929"/>
                </a:cubicBezTo>
                <a:cubicBezTo>
                  <a:pt x="156835" y="64969"/>
                  <a:pt x="152659" y="69116"/>
                  <a:pt x="147562" y="69116"/>
                </a:cubicBezTo>
                <a:close/>
                <a:moveTo>
                  <a:pt x="64105" y="10713"/>
                </a:moveTo>
                <a:cubicBezTo>
                  <a:pt x="69317" y="9619"/>
                  <a:pt x="73839" y="13881"/>
                  <a:pt x="73839" y="19208"/>
                </a:cubicBezTo>
                <a:lnTo>
                  <a:pt x="73839" y="76027"/>
                </a:lnTo>
                <a:cubicBezTo>
                  <a:pt x="73839" y="77640"/>
                  <a:pt x="74415" y="79195"/>
                  <a:pt x="75422" y="80433"/>
                </a:cubicBezTo>
                <a:lnTo>
                  <a:pt x="113465" y="126338"/>
                </a:lnTo>
                <a:cubicBezTo>
                  <a:pt x="116834" y="130398"/>
                  <a:pt x="116114" y="136532"/>
                  <a:pt x="111478" y="139038"/>
                </a:cubicBezTo>
                <a:cubicBezTo>
                  <a:pt x="101658" y="144394"/>
                  <a:pt x="90398" y="147447"/>
                  <a:pt x="78446" y="147447"/>
                </a:cubicBezTo>
                <a:cubicBezTo>
                  <a:pt x="40289" y="147447"/>
                  <a:pt x="9331" y="116489"/>
                  <a:pt x="9331" y="78331"/>
                </a:cubicBezTo>
                <a:cubicBezTo>
                  <a:pt x="9331" y="45069"/>
                  <a:pt x="32801" y="17308"/>
                  <a:pt x="64105" y="10713"/>
                </a:cubicBezTo>
                <a:close/>
                <a:moveTo>
                  <a:pt x="137598" y="82939"/>
                </a:moveTo>
                <a:lnTo>
                  <a:pt x="156029" y="82939"/>
                </a:lnTo>
                <a:cubicBezTo>
                  <a:pt x="161356" y="82939"/>
                  <a:pt x="165618" y="87460"/>
                  <a:pt x="164524" y="92673"/>
                </a:cubicBezTo>
                <a:cubicBezTo>
                  <a:pt x="161587" y="106611"/>
                  <a:pt x="154445" y="118994"/>
                  <a:pt x="144480" y="128440"/>
                </a:cubicBezTo>
                <a:cubicBezTo>
                  <a:pt x="140938" y="131809"/>
                  <a:pt x="135380" y="131089"/>
                  <a:pt x="132270" y="127317"/>
                </a:cubicBezTo>
                <a:lnTo>
                  <a:pt x="107964" y="98029"/>
                </a:lnTo>
                <a:cubicBezTo>
                  <a:pt x="102982" y="92010"/>
                  <a:pt x="107273" y="82939"/>
                  <a:pt x="115049" y="82939"/>
                </a:cubicBezTo>
                <a:lnTo>
                  <a:pt x="137569" y="82939"/>
                </a:ln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72" name="Text 70"/>
          <p:cNvSpPr/>
          <p:nvPr/>
        </p:nvSpPr>
        <p:spPr>
          <a:xfrm>
            <a:off x="8506792" y="3944200"/>
            <a:ext cx="1972100" cy="184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6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Pie charts for category distribution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8267191" y="4220662"/>
            <a:ext cx="147447" cy="147447"/>
          </a:xfrm>
          <a:custGeom>
            <a:avLst/>
            <a:gdLst/>
            <a:ahLst/>
            <a:cxnLst/>
            <a:rect l="l" t="t" r="r" b="b"/>
            <a:pathLst>
              <a:path w="147447" h="147447">
                <a:moveTo>
                  <a:pt x="9215" y="9215"/>
                </a:moveTo>
                <a:cubicBezTo>
                  <a:pt x="14313" y="9215"/>
                  <a:pt x="18431" y="13334"/>
                  <a:pt x="18431" y="18431"/>
                </a:cubicBezTo>
                <a:lnTo>
                  <a:pt x="18431" y="115193"/>
                </a:lnTo>
                <a:cubicBezTo>
                  <a:pt x="18431" y="117727"/>
                  <a:pt x="20504" y="119800"/>
                  <a:pt x="23039" y="119800"/>
                </a:cubicBezTo>
                <a:lnTo>
                  <a:pt x="138231" y="119800"/>
                </a:lnTo>
                <a:cubicBezTo>
                  <a:pt x="143329" y="119800"/>
                  <a:pt x="147447" y="123919"/>
                  <a:pt x="147447" y="129016"/>
                </a:cubicBezTo>
                <a:cubicBezTo>
                  <a:pt x="147447" y="134113"/>
                  <a:pt x="143329" y="138231"/>
                  <a:pt x="138231" y="138231"/>
                </a:cubicBezTo>
                <a:lnTo>
                  <a:pt x="23039" y="138231"/>
                </a:lnTo>
                <a:cubicBezTo>
                  <a:pt x="10310" y="138231"/>
                  <a:pt x="0" y="127922"/>
                  <a:pt x="0" y="115193"/>
                </a:cubicBezTo>
                <a:lnTo>
                  <a:pt x="0" y="18431"/>
                </a:lnTo>
                <a:cubicBezTo>
                  <a:pt x="0" y="13334"/>
                  <a:pt x="4118" y="9215"/>
                  <a:pt x="9215" y="9215"/>
                </a:cubicBezTo>
                <a:close/>
                <a:moveTo>
                  <a:pt x="36862" y="27646"/>
                </a:moveTo>
                <a:cubicBezTo>
                  <a:pt x="36862" y="22549"/>
                  <a:pt x="40980" y="18431"/>
                  <a:pt x="46077" y="18431"/>
                </a:cubicBezTo>
                <a:lnTo>
                  <a:pt x="101370" y="18431"/>
                </a:lnTo>
                <a:cubicBezTo>
                  <a:pt x="106467" y="18431"/>
                  <a:pt x="110585" y="22549"/>
                  <a:pt x="110585" y="27646"/>
                </a:cubicBezTo>
                <a:cubicBezTo>
                  <a:pt x="110585" y="32744"/>
                  <a:pt x="106467" y="36862"/>
                  <a:pt x="101370" y="36862"/>
                </a:cubicBezTo>
                <a:lnTo>
                  <a:pt x="46077" y="36862"/>
                </a:lnTo>
                <a:cubicBezTo>
                  <a:pt x="40980" y="36862"/>
                  <a:pt x="36862" y="32744"/>
                  <a:pt x="36862" y="27646"/>
                </a:cubicBezTo>
                <a:close/>
                <a:moveTo>
                  <a:pt x="46077" y="50685"/>
                </a:moveTo>
                <a:lnTo>
                  <a:pt x="82939" y="50685"/>
                </a:lnTo>
                <a:cubicBezTo>
                  <a:pt x="88036" y="50685"/>
                  <a:pt x="92154" y="54803"/>
                  <a:pt x="92154" y="59900"/>
                </a:cubicBezTo>
                <a:cubicBezTo>
                  <a:pt x="92154" y="64998"/>
                  <a:pt x="88036" y="69116"/>
                  <a:pt x="82939" y="69116"/>
                </a:cubicBezTo>
                <a:lnTo>
                  <a:pt x="46077" y="69116"/>
                </a:lnTo>
                <a:cubicBezTo>
                  <a:pt x="40980" y="69116"/>
                  <a:pt x="36862" y="64998"/>
                  <a:pt x="36862" y="59900"/>
                </a:cubicBezTo>
                <a:cubicBezTo>
                  <a:pt x="36862" y="54803"/>
                  <a:pt x="40980" y="50685"/>
                  <a:pt x="46077" y="50685"/>
                </a:cubicBezTo>
                <a:close/>
                <a:moveTo>
                  <a:pt x="46077" y="82939"/>
                </a:moveTo>
                <a:lnTo>
                  <a:pt x="119800" y="82939"/>
                </a:lnTo>
                <a:cubicBezTo>
                  <a:pt x="124898" y="82939"/>
                  <a:pt x="129016" y="87057"/>
                  <a:pt x="129016" y="92154"/>
                </a:cubicBezTo>
                <a:cubicBezTo>
                  <a:pt x="129016" y="97251"/>
                  <a:pt x="124898" y="101370"/>
                  <a:pt x="119800" y="101370"/>
                </a:cubicBezTo>
                <a:lnTo>
                  <a:pt x="46077" y="101370"/>
                </a:lnTo>
                <a:cubicBezTo>
                  <a:pt x="40980" y="101370"/>
                  <a:pt x="36862" y="97251"/>
                  <a:pt x="36862" y="92154"/>
                </a:cubicBezTo>
                <a:cubicBezTo>
                  <a:pt x="36862" y="87057"/>
                  <a:pt x="40980" y="82939"/>
                  <a:pt x="46077" y="82939"/>
                </a:cubicBez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74" name="Text 72"/>
          <p:cNvSpPr/>
          <p:nvPr/>
        </p:nvSpPr>
        <p:spPr>
          <a:xfrm>
            <a:off x="8506792" y="4202231"/>
            <a:ext cx="1999746" cy="184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6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Bar charts for monthly comparison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8267191" y="4478694"/>
            <a:ext cx="147447" cy="147447"/>
          </a:xfrm>
          <a:custGeom>
            <a:avLst/>
            <a:gdLst/>
            <a:ahLst/>
            <a:cxnLst/>
            <a:rect l="l" t="t" r="r" b="b"/>
            <a:pathLst>
              <a:path w="147447" h="147447">
                <a:moveTo>
                  <a:pt x="18431" y="18431"/>
                </a:moveTo>
                <a:cubicBezTo>
                  <a:pt x="18431" y="13334"/>
                  <a:pt x="14313" y="9215"/>
                  <a:pt x="9215" y="9215"/>
                </a:cubicBezTo>
                <a:cubicBezTo>
                  <a:pt x="4118" y="9215"/>
                  <a:pt x="0" y="13334"/>
                  <a:pt x="0" y="18431"/>
                </a:cubicBezTo>
                <a:lnTo>
                  <a:pt x="0" y="115193"/>
                </a:lnTo>
                <a:cubicBezTo>
                  <a:pt x="0" y="127922"/>
                  <a:pt x="10310" y="138231"/>
                  <a:pt x="23039" y="138231"/>
                </a:cubicBezTo>
                <a:lnTo>
                  <a:pt x="138231" y="138231"/>
                </a:lnTo>
                <a:cubicBezTo>
                  <a:pt x="143329" y="138231"/>
                  <a:pt x="147447" y="134113"/>
                  <a:pt x="147447" y="129016"/>
                </a:cubicBezTo>
                <a:cubicBezTo>
                  <a:pt x="147447" y="123919"/>
                  <a:pt x="143329" y="119800"/>
                  <a:pt x="138231" y="119800"/>
                </a:cubicBezTo>
                <a:lnTo>
                  <a:pt x="23039" y="119800"/>
                </a:lnTo>
                <a:cubicBezTo>
                  <a:pt x="20504" y="119800"/>
                  <a:pt x="18431" y="117727"/>
                  <a:pt x="18431" y="115193"/>
                </a:cubicBezTo>
                <a:lnTo>
                  <a:pt x="18431" y="18431"/>
                </a:lnTo>
                <a:close/>
                <a:moveTo>
                  <a:pt x="135524" y="43370"/>
                </a:moveTo>
                <a:cubicBezTo>
                  <a:pt x="139124" y="39770"/>
                  <a:pt x="139124" y="33924"/>
                  <a:pt x="135524" y="30324"/>
                </a:cubicBezTo>
                <a:cubicBezTo>
                  <a:pt x="131924" y="26725"/>
                  <a:pt x="126078" y="26725"/>
                  <a:pt x="122479" y="30324"/>
                </a:cubicBezTo>
                <a:lnTo>
                  <a:pt x="92154" y="60678"/>
                </a:lnTo>
                <a:lnTo>
                  <a:pt x="75624" y="44176"/>
                </a:lnTo>
                <a:cubicBezTo>
                  <a:pt x="72024" y="40577"/>
                  <a:pt x="66178" y="40577"/>
                  <a:pt x="62578" y="44176"/>
                </a:cubicBezTo>
                <a:lnTo>
                  <a:pt x="34932" y="71823"/>
                </a:lnTo>
                <a:cubicBezTo>
                  <a:pt x="31332" y="75422"/>
                  <a:pt x="31332" y="81268"/>
                  <a:pt x="34932" y="84868"/>
                </a:cubicBezTo>
                <a:cubicBezTo>
                  <a:pt x="38532" y="88468"/>
                  <a:pt x="44378" y="88468"/>
                  <a:pt x="47978" y="84868"/>
                </a:cubicBezTo>
                <a:lnTo>
                  <a:pt x="69116" y="63730"/>
                </a:lnTo>
                <a:lnTo>
                  <a:pt x="85646" y="80261"/>
                </a:lnTo>
                <a:cubicBezTo>
                  <a:pt x="89246" y="83860"/>
                  <a:pt x="95092" y="83860"/>
                  <a:pt x="98691" y="80261"/>
                </a:cubicBezTo>
                <a:lnTo>
                  <a:pt x="135553" y="43399"/>
                </a:ln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76" name="Text 74"/>
          <p:cNvSpPr/>
          <p:nvPr/>
        </p:nvSpPr>
        <p:spPr>
          <a:xfrm>
            <a:off x="8506792" y="4460263"/>
            <a:ext cx="1815438" cy="184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6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Line graphs for spending trends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8285622" y="4736726"/>
            <a:ext cx="110585" cy="147447"/>
          </a:xfrm>
          <a:custGeom>
            <a:avLst/>
            <a:gdLst/>
            <a:ahLst/>
            <a:cxnLst/>
            <a:rect l="l" t="t" r="r" b="b"/>
            <a:pathLst>
              <a:path w="110585" h="147447">
                <a:moveTo>
                  <a:pt x="4608" y="18431"/>
                </a:moveTo>
                <a:cubicBezTo>
                  <a:pt x="4608" y="8265"/>
                  <a:pt x="12873" y="0"/>
                  <a:pt x="23039" y="0"/>
                </a:cubicBezTo>
                <a:lnTo>
                  <a:pt x="87546" y="0"/>
                </a:lnTo>
                <a:cubicBezTo>
                  <a:pt x="97712" y="0"/>
                  <a:pt x="105977" y="8265"/>
                  <a:pt x="105977" y="18431"/>
                </a:cubicBezTo>
                <a:lnTo>
                  <a:pt x="105977" y="129016"/>
                </a:lnTo>
                <a:cubicBezTo>
                  <a:pt x="105977" y="139182"/>
                  <a:pt x="97712" y="147447"/>
                  <a:pt x="87546" y="147447"/>
                </a:cubicBezTo>
                <a:lnTo>
                  <a:pt x="23039" y="147447"/>
                </a:lnTo>
                <a:cubicBezTo>
                  <a:pt x="12873" y="147447"/>
                  <a:pt x="4608" y="139182"/>
                  <a:pt x="4608" y="129016"/>
                </a:cubicBezTo>
                <a:lnTo>
                  <a:pt x="4608" y="18431"/>
                </a:lnTo>
                <a:close/>
                <a:moveTo>
                  <a:pt x="23039" y="18431"/>
                </a:moveTo>
                <a:lnTo>
                  <a:pt x="23039" y="105977"/>
                </a:lnTo>
                <a:lnTo>
                  <a:pt x="87546" y="105977"/>
                </a:lnTo>
                <a:lnTo>
                  <a:pt x="87546" y="18431"/>
                </a:lnTo>
                <a:lnTo>
                  <a:pt x="23039" y="18431"/>
                </a:lnTo>
                <a:close/>
                <a:moveTo>
                  <a:pt x="55293" y="135927"/>
                </a:moveTo>
                <a:cubicBezTo>
                  <a:pt x="60390" y="135927"/>
                  <a:pt x="64508" y="131809"/>
                  <a:pt x="64508" y="126712"/>
                </a:cubicBezTo>
                <a:cubicBezTo>
                  <a:pt x="64508" y="121615"/>
                  <a:pt x="60390" y="117497"/>
                  <a:pt x="55293" y="117497"/>
                </a:cubicBezTo>
                <a:cubicBezTo>
                  <a:pt x="50195" y="117497"/>
                  <a:pt x="46077" y="121615"/>
                  <a:pt x="46077" y="126712"/>
                </a:cubicBezTo>
                <a:cubicBezTo>
                  <a:pt x="46077" y="131809"/>
                  <a:pt x="50195" y="135927"/>
                  <a:pt x="55293" y="135927"/>
                </a:cubicBez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78" name="Text 76"/>
          <p:cNvSpPr/>
          <p:nvPr/>
        </p:nvSpPr>
        <p:spPr>
          <a:xfrm>
            <a:off x="8506792" y="4718295"/>
            <a:ext cx="1529760" cy="184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6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Interactive and responsive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12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spc="88" kern="0" dirty="0">
                <a:solidFill>
                  <a:srgbClr val="2563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Architecture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39750"/>
            <a:ext cx="1174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Workflow &amp; Process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71500" y="1079500"/>
            <a:ext cx="31750" cy="5461000"/>
          </a:xfrm>
          <a:custGeom>
            <a:avLst/>
            <a:gdLst/>
            <a:ahLst/>
            <a:cxnLst/>
            <a:rect l="l" t="t" r="r" b="b"/>
            <a:pathLst>
              <a:path w="31750" h="5461000">
                <a:moveTo>
                  <a:pt x="0" y="0"/>
                </a:moveTo>
                <a:lnTo>
                  <a:pt x="31750" y="0"/>
                </a:lnTo>
                <a:lnTo>
                  <a:pt x="31750" y="5461000"/>
                </a:lnTo>
                <a:lnTo>
                  <a:pt x="0" y="5461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2563EB"/>
              </a:gs>
              <a:gs pos="0">
                <a:srgbClr val="FFFFFF"/>
              </a:gs>
              <a:gs pos="50000">
                <a:srgbClr val="10B981"/>
              </a:gs>
              <a:gs pos="100000">
                <a:srgbClr val="F59E0B"/>
              </a:gs>
            </a:gsLst>
            <a:lin ang="5400000" scaled="1"/>
          </a:gradFill>
          <a:ln/>
        </p:spPr>
      </p:sp>
      <p:sp>
        <p:nvSpPr>
          <p:cNvPr id="5" name="Shape 3"/>
          <p:cNvSpPr/>
          <p:nvPr/>
        </p:nvSpPr>
        <p:spPr>
          <a:xfrm>
            <a:off x="968375" y="1079500"/>
            <a:ext cx="6191250" cy="730250"/>
          </a:xfrm>
          <a:custGeom>
            <a:avLst/>
            <a:gdLst/>
            <a:ahLst/>
            <a:cxnLst/>
            <a:rect l="l" t="t" r="r" b="b"/>
            <a:pathLst>
              <a:path w="6191250" h="730250">
                <a:moveTo>
                  <a:pt x="31750" y="0"/>
                </a:moveTo>
                <a:lnTo>
                  <a:pt x="6096003" y="0"/>
                </a:lnTo>
                <a:cubicBezTo>
                  <a:pt x="6148607" y="0"/>
                  <a:pt x="6191250" y="42643"/>
                  <a:pt x="6191250" y="95247"/>
                </a:cubicBezTo>
                <a:lnTo>
                  <a:pt x="6191250" y="635003"/>
                </a:lnTo>
                <a:cubicBezTo>
                  <a:pt x="6191250" y="687607"/>
                  <a:pt x="6148607" y="730250"/>
                  <a:pt x="6096003" y="730250"/>
                </a:cubicBezTo>
                <a:lnTo>
                  <a:pt x="31750" y="730250"/>
                </a:lnTo>
                <a:cubicBezTo>
                  <a:pt x="14227" y="730250"/>
                  <a:pt x="0" y="716023"/>
                  <a:pt x="0" y="698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gradFill rotWithShape="1" flip="none">
            <a:gsLst>
              <a:gs pos="0">
                <a:srgbClr val="DBEAFE"/>
              </a:gs>
              <a:gs pos="100000">
                <a:srgbClr val="FFFFFF"/>
              </a:gs>
            </a:gsLst>
            <a:lin ang="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968375" y="1079500"/>
            <a:ext cx="31750" cy="730250"/>
          </a:xfrm>
          <a:custGeom>
            <a:avLst/>
            <a:gdLst/>
            <a:ahLst/>
            <a:cxnLst/>
            <a:rect l="l" t="t" r="r" b="b"/>
            <a:pathLst>
              <a:path w="31750" h="730250">
                <a:moveTo>
                  <a:pt x="31750" y="0"/>
                </a:moveTo>
                <a:lnTo>
                  <a:pt x="31750" y="0"/>
                </a:lnTo>
                <a:lnTo>
                  <a:pt x="31750" y="730250"/>
                </a:lnTo>
                <a:lnTo>
                  <a:pt x="31750" y="730250"/>
                </a:lnTo>
                <a:cubicBezTo>
                  <a:pt x="14227" y="730250"/>
                  <a:pt x="0" y="716023"/>
                  <a:pt x="0" y="698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1111250" y="1206500"/>
            <a:ext cx="6000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Registration &amp; Login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11250" y="1492250"/>
            <a:ext cx="5984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creates an account with secure credentials and logs into the system with authentication.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68375" y="1905000"/>
            <a:ext cx="6191250" cy="730250"/>
          </a:xfrm>
          <a:custGeom>
            <a:avLst/>
            <a:gdLst/>
            <a:ahLst/>
            <a:cxnLst/>
            <a:rect l="l" t="t" r="r" b="b"/>
            <a:pathLst>
              <a:path w="6191250" h="730250">
                <a:moveTo>
                  <a:pt x="31750" y="0"/>
                </a:moveTo>
                <a:lnTo>
                  <a:pt x="6096003" y="0"/>
                </a:lnTo>
                <a:cubicBezTo>
                  <a:pt x="6148607" y="0"/>
                  <a:pt x="6191250" y="42643"/>
                  <a:pt x="6191250" y="95247"/>
                </a:cubicBezTo>
                <a:lnTo>
                  <a:pt x="6191250" y="635003"/>
                </a:lnTo>
                <a:cubicBezTo>
                  <a:pt x="6191250" y="687607"/>
                  <a:pt x="6148607" y="730250"/>
                  <a:pt x="6096003" y="730250"/>
                </a:cubicBezTo>
                <a:lnTo>
                  <a:pt x="31750" y="730250"/>
                </a:lnTo>
                <a:cubicBezTo>
                  <a:pt x="14227" y="730250"/>
                  <a:pt x="0" y="716023"/>
                  <a:pt x="0" y="698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gradFill rotWithShape="1" flip="none">
            <a:gsLst>
              <a:gs pos="0">
                <a:srgbClr val="DBEAFE"/>
              </a:gs>
              <a:gs pos="100000">
                <a:srgbClr val="FFFFFF"/>
              </a:gs>
            </a:gsLst>
            <a:lin ang="0" scaled="1"/>
          </a:gradFill>
          <a:ln/>
        </p:spPr>
      </p:sp>
      <p:sp>
        <p:nvSpPr>
          <p:cNvPr id="10" name="Shape 8"/>
          <p:cNvSpPr/>
          <p:nvPr/>
        </p:nvSpPr>
        <p:spPr>
          <a:xfrm>
            <a:off x="968375" y="1905000"/>
            <a:ext cx="31750" cy="730250"/>
          </a:xfrm>
          <a:custGeom>
            <a:avLst/>
            <a:gdLst/>
            <a:ahLst/>
            <a:cxnLst/>
            <a:rect l="l" t="t" r="r" b="b"/>
            <a:pathLst>
              <a:path w="31750" h="730250">
                <a:moveTo>
                  <a:pt x="31750" y="0"/>
                </a:moveTo>
                <a:lnTo>
                  <a:pt x="31750" y="0"/>
                </a:lnTo>
                <a:lnTo>
                  <a:pt x="31750" y="730250"/>
                </a:lnTo>
                <a:lnTo>
                  <a:pt x="31750" y="730250"/>
                </a:lnTo>
                <a:cubicBezTo>
                  <a:pt x="14227" y="730250"/>
                  <a:pt x="0" y="716023"/>
                  <a:pt x="0" y="698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1111250" y="2032000"/>
            <a:ext cx="6000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Enter Expense Details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11250" y="2317750"/>
            <a:ext cx="5984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inputs transaction information including amount, date, category, and optional description.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68375" y="2730500"/>
            <a:ext cx="6191250" cy="730250"/>
          </a:xfrm>
          <a:custGeom>
            <a:avLst/>
            <a:gdLst/>
            <a:ahLst/>
            <a:cxnLst/>
            <a:rect l="l" t="t" r="r" b="b"/>
            <a:pathLst>
              <a:path w="6191250" h="730250">
                <a:moveTo>
                  <a:pt x="31750" y="0"/>
                </a:moveTo>
                <a:lnTo>
                  <a:pt x="6096003" y="0"/>
                </a:lnTo>
                <a:cubicBezTo>
                  <a:pt x="6148607" y="0"/>
                  <a:pt x="6191250" y="42643"/>
                  <a:pt x="6191250" y="95247"/>
                </a:cubicBezTo>
                <a:lnTo>
                  <a:pt x="6191250" y="635003"/>
                </a:lnTo>
                <a:cubicBezTo>
                  <a:pt x="6191250" y="687607"/>
                  <a:pt x="6148607" y="730250"/>
                  <a:pt x="6096003" y="730250"/>
                </a:cubicBezTo>
                <a:lnTo>
                  <a:pt x="31750" y="730250"/>
                </a:lnTo>
                <a:cubicBezTo>
                  <a:pt x="14227" y="730250"/>
                  <a:pt x="0" y="716023"/>
                  <a:pt x="0" y="698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gradFill rotWithShape="1" flip="none">
            <a:gsLst>
              <a:gs pos="0">
                <a:srgbClr val="D1FAE5"/>
              </a:gs>
              <a:gs pos="100000">
                <a:srgbClr val="FFFFFF"/>
              </a:gs>
            </a:gsLst>
            <a:lin ang="0" scaled="1"/>
          </a:gradFill>
          <a:ln/>
        </p:spPr>
      </p:sp>
      <p:sp>
        <p:nvSpPr>
          <p:cNvPr id="14" name="Shape 12"/>
          <p:cNvSpPr/>
          <p:nvPr/>
        </p:nvSpPr>
        <p:spPr>
          <a:xfrm>
            <a:off x="968375" y="2730500"/>
            <a:ext cx="31750" cy="730250"/>
          </a:xfrm>
          <a:custGeom>
            <a:avLst/>
            <a:gdLst/>
            <a:ahLst/>
            <a:cxnLst/>
            <a:rect l="l" t="t" r="r" b="b"/>
            <a:pathLst>
              <a:path w="31750" h="730250">
                <a:moveTo>
                  <a:pt x="31750" y="0"/>
                </a:moveTo>
                <a:lnTo>
                  <a:pt x="31750" y="0"/>
                </a:lnTo>
                <a:lnTo>
                  <a:pt x="31750" y="730250"/>
                </a:lnTo>
                <a:lnTo>
                  <a:pt x="31750" y="730250"/>
                </a:lnTo>
                <a:cubicBezTo>
                  <a:pt x="14227" y="730250"/>
                  <a:pt x="0" y="716023"/>
                  <a:pt x="0" y="698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1111250" y="2857500"/>
            <a:ext cx="6000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Storage in Database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11250" y="3143250"/>
            <a:ext cx="5984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Expense data is securely stored in MySQL database with proper validation and sanitization.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68375" y="3556000"/>
            <a:ext cx="6191250" cy="730250"/>
          </a:xfrm>
          <a:custGeom>
            <a:avLst/>
            <a:gdLst/>
            <a:ahLst/>
            <a:cxnLst/>
            <a:rect l="l" t="t" r="r" b="b"/>
            <a:pathLst>
              <a:path w="6191250" h="730250">
                <a:moveTo>
                  <a:pt x="31750" y="0"/>
                </a:moveTo>
                <a:lnTo>
                  <a:pt x="6096003" y="0"/>
                </a:lnTo>
                <a:cubicBezTo>
                  <a:pt x="6148607" y="0"/>
                  <a:pt x="6191250" y="42643"/>
                  <a:pt x="6191250" y="95247"/>
                </a:cubicBezTo>
                <a:lnTo>
                  <a:pt x="6191250" y="635003"/>
                </a:lnTo>
                <a:cubicBezTo>
                  <a:pt x="6191250" y="687607"/>
                  <a:pt x="6148607" y="730250"/>
                  <a:pt x="6096003" y="730250"/>
                </a:cubicBezTo>
                <a:lnTo>
                  <a:pt x="31750" y="730250"/>
                </a:lnTo>
                <a:cubicBezTo>
                  <a:pt x="14227" y="730250"/>
                  <a:pt x="0" y="716023"/>
                  <a:pt x="0" y="698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gradFill rotWithShape="1" flip="none">
            <a:gsLst>
              <a:gs pos="0">
                <a:srgbClr val="D1FAE5"/>
              </a:gs>
              <a:gs pos="100000">
                <a:srgbClr val="FFFFFF"/>
              </a:gs>
            </a:gsLst>
            <a:lin ang="0" scaled="1"/>
          </a:gradFill>
          <a:ln/>
        </p:spPr>
      </p:sp>
      <p:sp>
        <p:nvSpPr>
          <p:cNvPr id="18" name="Shape 16"/>
          <p:cNvSpPr/>
          <p:nvPr/>
        </p:nvSpPr>
        <p:spPr>
          <a:xfrm>
            <a:off x="968375" y="3556000"/>
            <a:ext cx="31750" cy="730250"/>
          </a:xfrm>
          <a:custGeom>
            <a:avLst/>
            <a:gdLst/>
            <a:ahLst/>
            <a:cxnLst/>
            <a:rect l="l" t="t" r="r" b="b"/>
            <a:pathLst>
              <a:path w="31750" h="730250">
                <a:moveTo>
                  <a:pt x="31750" y="0"/>
                </a:moveTo>
                <a:lnTo>
                  <a:pt x="31750" y="0"/>
                </a:lnTo>
                <a:lnTo>
                  <a:pt x="31750" y="730250"/>
                </a:lnTo>
                <a:lnTo>
                  <a:pt x="31750" y="730250"/>
                </a:lnTo>
                <a:cubicBezTo>
                  <a:pt x="14227" y="730250"/>
                  <a:pt x="0" y="716023"/>
                  <a:pt x="0" y="698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4B8A6"/>
          </a:solidFill>
          <a:ln/>
        </p:spPr>
      </p:sp>
      <p:sp>
        <p:nvSpPr>
          <p:cNvPr id="19" name="Text 17"/>
          <p:cNvSpPr/>
          <p:nvPr/>
        </p:nvSpPr>
        <p:spPr>
          <a:xfrm>
            <a:off x="1111250" y="3683000"/>
            <a:ext cx="6000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Edit or Delete Records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11250" y="3968750"/>
            <a:ext cx="5984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can modify existing entries or remove unwanted records with confirmation prompts.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68375" y="4381500"/>
            <a:ext cx="6191250" cy="730250"/>
          </a:xfrm>
          <a:custGeom>
            <a:avLst/>
            <a:gdLst/>
            <a:ahLst/>
            <a:cxnLst/>
            <a:rect l="l" t="t" r="r" b="b"/>
            <a:pathLst>
              <a:path w="6191250" h="730250">
                <a:moveTo>
                  <a:pt x="31750" y="0"/>
                </a:moveTo>
                <a:lnTo>
                  <a:pt x="6096003" y="0"/>
                </a:lnTo>
                <a:cubicBezTo>
                  <a:pt x="6148607" y="0"/>
                  <a:pt x="6191250" y="42643"/>
                  <a:pt x="6191250" y="95247"/>
                </a:cubicBezTo>
                <a:lnTo>
                  <a:pt x="6191250" y="635003"/>
                </a:lnTo>
                <a:cubicBezTo>
                  <a:pt x="6191250" y="687607"/>
                  <a:pt x="6148607" y="730250"/>
                  <a:pt x="6096003" y="730250"/>
                </a:cubicBezTo>
                <a:lnTo>
                  <a:pt x="31750" y="730250"/>
                </a:lnTo>
                <a:cubicBezTo>
                  <a:pt x="14227" y="730250"/>
                  <a:pt x="0" y="716023"/>
                  <a:pt x="0" y="698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gradFill rotWithShape="1" flip="none">
            <a:gsLst>
              <a:gs pos="0">
                <a:srgbClr val="FEF3C7"/>
              </a:gs>
              <a:gs pos="100000">
                <a:srgbClr val="FFFFFF"/>
              </a:gs>
            </a:gsLst>
            <a:lin ang="0" scaled="1"/>
          </a:gradFill>
          <a:ln/>
        </p:spPr>
      </p:sp>
      <p:sp>
        <p:nvSpPr>
          <p:cNvPr id="22" name="Shape 20"/>
          <p:cNvSpPr/>
          <p:nvPr/>
        </p:nvSpPr>
        <p:spPr>
          <a:xfrm>
            <a:off x="968375" y="4381500"/>
            <a:ext cx="31750" cy="730250"/>
          </a:xfrm>
          <a:custGeom>
            <a:avLst/>
            <a:gdLst/>
            <a:ahLst/>
            <a:cxnLst/>
            <a:rect l="l" t="t" r="r" b="b"/>
            <a:pathLst>
              <a:path w="31750" h="730250">
                <a:moveTo>
                  <a:pt x="31750" y="0"/>
                </a:moveTo>
                <a:lnTo>
                  <a:pt x="31750" y="0"/>
                </a:lnTo>
                <a:lnTo>
                  <a:pt x="31750" y="730250"/>
                </a:lnTo>
                <a:lnTo>
                  <a:pt x="31750" y="730250"/>
                </a:lnTo>
                <a:cubicBezTo>
                  <a:pt x="14227" y="730250"/>
                  <a:pt x="0" y="716023"/>
                  <a:pt x="0" y="698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1111250" y="4508500"/>
            <a:ext cx="6000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Automatic Calculations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11250" y="4794250"/>
            <a:ext cx="5984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automatically computes totals, category sums, and generates summary statistics.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968375" y="5207000"/>
            <a:ext cx="6191250" cy="730250"/>
          </a:xfrm>
          <a:custGeom>
            <a:avLst/>
            <a:gdLst/>
            <a:ahLst/>
            <a:cxnLst/>
            <a:rect l="l" t="t" r="r" b="b"/>
            <a:pathLst>
              <a:path w="6191250" h="730250">
                <a:moveTo>
                  <a:pt x="31750" y="0"/>
                </a:moveTo>
                <a:lnTo>
                  <a:pt x="6096003" y="0"/>
                </a:lnTo>
                <a:cubicBezTo>
                  <a:pt x="6148607" y="0"/>
                  <a:pt x="6191250" y="42643"/>
                  <a:pt x="6191250" y="95247"/>
                </a:cubicBezTo>
                <a:lnTo>
                  <a:pt x="6191250" y="635003"/>
                </a:lnTo>
                <a:cubicBezTo>
                  <a:pt x="6191250" y="687607"/>
                  <a:pt x="6148607" y="730250"/>
                  <a:pt x="6096003" y="730250"/>
                </a:cubicBezTo>
                <a:lnTo>
                  <a:pt x="31750" y="730250"/>
                </a:lnTo>
                <a:cubicBezTo>
                  <a:pt x="14227" y="730250"/>
                  <a:pt x="0" y="716023"/>
                  <a:pt x="0" y="698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gradFill rotWithShape="1" flip="none">
            <a:gsLst>
              <a:gs pos="0">
                <a:srgbClr val="FEF3C7"/>
              </a:gs>
              <a:gs pos="100000">
                <a:srgbClr val="FFFFFF"/>
              </a:gs>
            </a:gsLst>
            <a:lin ang="0" scaled="1"/>
          </a:gradFill>
          <a:ln/>
        </p:spPr>
      </p:sp>
      <p:sp>
        <p:nvSpPr>
          <p:cNvPr id="26" name="Shape 24"/>
          <p:cNvSpPr/>
          <p:nvPr/>
        </p:nvSpPr>
        <p:spPr>
          <a:xfrm>
            <a:off x="968375" y="5207000"/>
            <a:ext cx="31750" cy="730250"/>
          </a:xfrm>
          <a:custGeom>
            <a:avLst/>
            <a:gdLst/>
            <a:ahLst/>
            <a:cxnLst/>
            <a:rect l="l" t="t" r="r" b="b"/>
            <a:pathLst>
              <a:path w="31750" h="730250">
                <a:moveTo>
                  <a:pt x="31750" y="0"/>
                </a:moveTo>
                <a:lnTo>
                  <a:pt x="31750" y="0"/>
                </a:lnTo>
                <a:lnTo>
                  <a:pt x="31750" y="730250"/>
                </a:lnTo>
                <a:lnTo>
                  <a:pt x="31750" y="730250"/>
                </a:lnTo>
                <a:cubicBezTo>
                  <a:pt x="14227" y="730250"/>
                  <a:pt x="0" y="716023"/>
                  <a:pt x="0" y="698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27" name="Text 25"/>
          <p:cNvSpPr/>
          <p:nvPr/>
        </p:nvSpPr>
        <p:spPr>
          <a:xfrm>
            <a:off x="1111250" y="5334000"/>
            <a:ext cx="6000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Generate Reports &amp; Charts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11250" y="5619750"/>
            <a:ext cx="5984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Monthly reports and interactive charts are generated to visualize spending patterns and trends.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315233" y="1079500"/>
            <a:ext cx="4556125" cy="2794000"/>
          </a:xfrm>
          <a:custGeom>
            <a:avLst/>
            <a:gdLst/>
            <a:ahLst/>
            <a:cxnLst/>
            <a:rect l="l" t="t" r="r" b="b"/>
            <a:pathLst>
              <a:path w="4556125" h="2794000">
                <a:moveTo>
                  <a:pt x="126987" y="0"/>
                </a:moveTo>
                <a:lnTo>
                  <a:pt x="4429138" y="0"/>
                </a:lnTo>
                <a:cubicBezTo>
                  <a:pt x="4499271" y="0"/>
                  <a:pt x="4556125" y="56854"/>
                  <a:pt x="4556125" y="126987"/>
                </a:cubicBezTo>
                <a:lnTo>
                  <a:pt x="4556125" y="2667013"/>
                </a:lnTo>
                <a:cubicBezTo>
                  <a:pt x="4556125" y="2737146"/>
                  <a:pt x="4499271" y="2794000"/>
                  <a:pt x="4429138" y="2794000"/>
                </a:cubicBezTo>
                <a:lnTo>
                  <a:pt x="126987" y="2794000"/>
                </a:lnTo>
                <a:cubicBezTo>
                  <a:pt x="56854" y="2794000"/>
                  <a:pt x="0" y="2737146"/>
                  <a:pt x="0" y="2667013"/>
                </a:cubicBezTo>
                <a:lnTo>
                  <a:pt x="0" y="126987"/>
                </a:lnTo>
                <a:cubicBezTo>
                  <a:pt x="0" y="56901"/>
                  <a:pt x="56901" y="0"/>
                  <a:pt x="126987" y="0"/>
                </a:cubicBezTo>
                <a:close/>
              </a:path>
            </a:pathLst>
          </a:custGeom>
          <a:gradFill rotWithShape="1" flip="none">
            <a:gsLst>
              <a:gs pos="0">
                <a:srgbClr val="2563EB"/>
              </a:gs>
              <a:gs pos="100000">
                <a:srgbClr val="1D4ED8"/>
              </a:gs>
            </a:gsLst>
            <a:lin ang="2700000" scaled="1"/>
          </a:gradFill>
          <a:ln/>
        </p:spPr>
      </p:sp>
      <p:sp>
        <p:nvSpPr>
          <p:cNvPr id="30" name="Shape 28"/>
          <p:cNvSpPr/>
          <p:nvPr/>
        </p:nvSpPr>
        <p:spPr>
          <a:xfrm>
            <a:off x="7497796" y="12700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71438" y="23812"/>
                </a:moveTo>
                <a:cubicBezTo>
                  <a:pt x="71438" y="17227"/>
                  <a:pt x="76758" y="11906"/>
                  <a:pt x="83344" y="11906"/>
                </a:cubicBezTo>
                <a:lnTo>
                  <a:pt x="107156" y="11906"/>
                </a:lnTo>
                <a:cubicBezTo>
                  <a:pt x="113742" y="11906"/>
                  <a:pt x="119063" y="17227"/>
                  <a:pt x="119063" y="23812"/>
                </a:cubicBezTo>
                <a:lnTo>
                  <a:pt x="119063" y="47625"/>
                </a:lnTo>
                <a:cubicBezTo>
                  <a:pt x="119063" y="54211"/>
                  <a:pt x="113742" y="59531"/>
                  <a:pt x="107156" y="59531"/>
                </a:cubicBezTo>
                <a:lnTo>
                  <a:pt x="104180" y="59531"/>
                </a:lnTo>
                <a:lnTo>
                  <a:pt x="104180" y="83344"/>
                </a:lnTo>
                <a:lnTo>
                  <a:pt x="148828" y="83344"/>
                </a:lnTo>
                <a:cubicBezTo>
                  <a:pt x="163637" y="83344"/>
                  <a:pt x="175617" y="95324"/>
                  <a:pt x="175617" y="110133"/>
                </a:cubicBezTo>
                <a:lnTo>
                  <a:pt x="175617" y="130969"/>
                </a:lnTo>
                <a:lnTo>
                  <a:pt x="178594" y="130969"/>
                </a:lnTo>
                <a:cubicBezTo>
                  <a:pt x="185179" y="130969"/>
                  <a:pt x="190500" y="136289"/>
                  <a:pt x="190500" y="142875"/>
                </a:cubicBezTo>
                <a:lnTo>
                  <a:pt x="190500" y="166688"/>
                </a:lnTo>
                <a:cubicBezTo>
                  <a:pt x="190500" y="173273"/>
                  <a:pt x="185179" y="178594"/>
                  <a:pt x="178594" y="178594"/>
                </a:cubicBezTo>
                <a:lnTo>
                  <a:pt x="154781" y="178594"/>
                </a:lnTo>
                <a:cubicBezTo>
                  <a:pt x="148196" y="178594"/>
                  <a:pt x="142875" y="173273"/>
                  <a:pt x="142875" y="166688"/>
                </a:cubicBezTo>
                <a:lnTo>
                  <a:pt x="142875" y="142875"/>
                </a:lnTo>
                <a:cubicBezTo>
                  <a:pt x="142875" y="136289"/>
                  <a:pt x="148196" y="130969"/>
                  <a:pt x="154781" y="130969"/>
                </a:cubicBezTo>
                <a:lnTo>
                  <a:pt x="157758" y="130969"/>
                </a:lnTo>
                <a:lnTo>
                  <a:pt x="157758" y="110133"/>
                </a:lnTo>
                <a:cubicBezTo>
                  <a:pt x="157758" y="105184"/>
                  <a:pt x="153777" y="101203"/>
                  <a:pt x="148828" y="101203"/>
                </a:cubicBezTo>
                <a:lnTo>
                  <a:pt x="104180" y="101203"/>
                </a:lnTo>
                <a:lnTo>
                  <a:pt x="104180" y="130969"/>
                </a:lnTo>
                <a:lnTo>
                  <a:pt x="107156" y="130969"/>
                </a:lnTo>
                <a:cubicBezTo>
                  <a:pt x="113742" y="130969"/>
                  <a:pt x="119063" y="136289"/>
                  <a:pt x="119063" y="142875"/>
                </a:cubicBezTo>
                <a:lnTo>
                  <a:pt x="119063" y="166688"/>
                </a:lnTo>
                <a:cubicBezTo>
                  <a:pt x="119063" y="173273"/>
                  <a:pt x="113742" y="178594"/>
                  <a:pt x="107156" y="178594"/>
                </a:cubicBezTo>
                <a:lnTo>
                  <a:pt x="83344" y="178594"/>
                </a:lnTo>
                <a:cubicBezTo>
                  <a:pt x="76758" y="178594"/>
                  <a:pt x="71438" y="173273"/>
                  <a:pt x="71438" y="166688"/>
                </a:cubicBezTo>
                <a:lnTo>
                  <a:pt x="71438" y="142875"/>
                </a:lnTo>
                <a:cubicBezTo>
                  <a:pt x="71438" y="136289"/>
                  <a:pt x="76758" y="130969"/>
                  <a:pt x="83344" y="130969"/>
                </a:cubicBezTo>
                <a:lnTo>
                  <a:pt x="86320" y="130969"/>
                </a:lnTo>
                <a:lnTo>
                  <a:pt x="86320" y="101203"/>
                </a:lnTo>
                <a:lnTo>
                  <a:pt x="41672" y="101203"/>
                </a:lnTo>
                <a:cubicBezTo>
                  <a:pt x="36723" y="101203"/>
                  <a:pt x="32742" y="105184"/>
                  <a:pt x="32742" y="110133"/>
                </a:cubicBezTo>
                <a:lnTo>
                  <a:pt x="32742" y="130969"/>
                </a:lnTo>
                <a:lnTo>
                  <a:pt x="35719" y="130969"/>
                </a:lnTo>
                <a:cubicBezTo>
                  <a:pt x="42304" y="130969"/>
                  <a:pt x="47625" y="136289"/>
                  <a:pt x="47625" y="142875"/>
                </a:cubicBezTo>
                <a:lnTo>
                  <a:pt x="47625" y="166688"/>
                </a:lnTo>
                <a:cubicBezTo>
                  <a:pt x="47625" y="173273"/>
                  <a:pt x="42304" y="178594"/>
                  <a:pt x="35719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142875"/>
                </a:lnTo>
                <a:cubicBezTo>
                  <a:pt x="0" y="136289"/>
                  <a:pt x="5321" y="130969"/>
                  <a:pt x="11906" y="130969"/>
                </a:cubicBezTo>
                <a:lnTo>
                  <a:pt x="14883" y="130969"/>
                </a:lnTo>
                <a:lnTo>
                  <a:pt x="14883" y="110133"/>
                </a:lnTo>
                <a:cubicBezTo>
                  <a:pt x="14883" y="95324"/>
                  <a:pt x="26863" y="83344"/>
                  <a:pt x="41672" y="83344"/>
                </a:cubicBezTo>
                <a:lnTo>
                  <a:pt x="86320" y="83344"/>
                </a:lnTo>
                <a:lnTo>
                  <a:pt x="86320" y="59531"/>
                </a:lnTo>
                <a:lnTo>
                  <a:pt x="83344" y="59531"/>
                </a:lnTo>
                <a:cubicBezTo>
                  <a:pt x="76758" y="59531"/>
                  <a:pt x="71438" y="54211"/>
                  <a:pt x="71438" y="47625"/>
                </a:cubicBezTo>
                <a:lnTo>
                  <a:pt x="71438" y="2381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7712108" y="1238250"/>
            <a:ext cx="40957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Layers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473983" y="1619250"/>
            <a:ext cx="4238625" cy="635000"/>
          </a:xfrm>
          <a:custGeom>
            <a:avLst/>
            <a:gdLst/>
            <a:ahLst/>
            <a:cxnLst/>
            <a:rect l="l" t="t" r="r" b="b"/>
            <a:pathLst>
              <a:path w="4238625" h="635000">
                <a:moveTo>
                  <a:pt x="95250" y="0"/>
                </a:moveTo>
                <a:lnTo>
                  <a:pt x="4143375" y="0"/>
                </a:lnTo>
                <a:cubicBezTo>
                  <a:pt x="4195945" y="0"/>
                  <a:pt x="4238625" y="42680"/>
                  <a:pt x="4238625" y="95250"/>
                </a:cubicBezTo>
                <a:lnTo>
                  <a:pt x="4238625" y="539750"/>
                </a:lnTo>
                <a:cubicBezTo>
                  <a:pt x="4238625" y="592320"/>
                  <a:pt x="4195945" y="635000"/>
                  <a:pt x="4143375" y="635000"/>
                </a:cubicBezTo>
                <a:lnTo>
                  <a:pt x="95250" y="635000"/>
                </a:lnTo>
                <a:cubicBezTo>
                  <a:pt x="42680" y="635000"/>
                  <a:pt x="0" y="592320"/>
                  <a:pt x="0" y="539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7589077" y="1746250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19844" y="9922"/>
                </a:moveTo>
                <a:cubicBezTo>
                  <a:pt x="8899" y="9922"/>
                  <a:pt x="0" y="18821"/>
                  <a:pt x="0" y="29766"/>
                </a:cubicBezTo>
                <a:lnTo>
                  <a:pt x="0" y="109141"/>
                </a:lnTo>
                <a:cubicBezTo>
                  <a:pt x="0" y="120086"/>
                  <a:pt x="8899" y="128984"/>
                  <a:pt x="19844" y="128984"/>
                </a:cubicBezTo>
                <a:lnTo>
                  <a:pt x="64492" y="128984"/>
                </a:lnTo>
                <a:lnTo>
                  <a:pt x="59531" y="143867"/>
                </a:lnTo>
                <a:lnTo>
                  <a:pt x="37207" y="143867"/>
                </a:lnTo>
                <a:cubicBezTo>
                  <a:pt x="33083" y="143867"/>
                  <a:pt x="29766" y="147185"/>
                  <a:pt x="29766" y="151309"/>
                </a:cubicBezTo>
                <a:cubicBezTo>
                  <a:pt x="29766" y="155432"/>
                  <a:pt x="33083" y="158750"/>
                  <a:pt x="37207" y="158750"/>
                </a:cubicBezTo>
                <a:lnTo>
                  <a:pt x="121543" y="158750"/>
                </a:lnTo>
                <a:cubicBezTo>
                  <a:pt x="125667" y="158750"/>
                  <a:pt x="128984" y="155432"/>
                  <a:pt x="128984" y="151309"/>
                </a:cubicBezTo>
                <a:cubicBezTo>
                  <a:pt x="128984" y="147185"/>
                  <a:pt x="125667" y="143867"/>
                  <a:pt x="121543" y="143867"/>
                </a:cubicBezTo>
                <a:lnTo>
                  <a:pt x="99219" y="143867"/>
                </a:lnTo>
                <a:lnTo>
                  <a:pt x="94258" y="128984"/>
                </a:lnTo>
                <a:lnTo>
                  <a:pt x="138906" y="128984"/>
                </a:lnTo>
                <a:cubicBezTo>
                  <a:pt x="149851" y="128984"/>
                  <a:pt x="158750" y="120086"/>
                  <a:pt x="158750" y="109141"/>
                </a:cubicBezTo>
                <a:lnTo>
                  <a:pt x="158750" y="29766"/>
                </a:lnTo>
                <a:cubicBezTo>
                  <a:pt x="158750" y="18821"/>
                  <a:pt x="149851" y="9922"/>
                  <a:pt x="138906" y="9922"/>
                </a:cubicBezTo>
                <a:lnTo>
                  <a:pt x="19844" y="9922"/>
                </a:lnTo>
                <a:close/>
                <a:moveTo>
                  <a:pt x="29766" y="29766"/>
                </a:moveTo>
                <a:lnTo>
                  <a:pt x="128984" y="29766"/>
                </a:lnTo>
                <a:cubicBezTo>
                  <a:pt x="134472" y="29766"/>
                  <a:pt x="138906" y="34199"/>
                  <a:pt x="138906" y="39688"/>
                </a:cubicBezTo>
                <a:lnTo>
                  <a:pt x="138906" y="89297"/>
                </a:lnTo>
                <a:cubicBezTo>
                  <a:pt x="138906" y="94785"/>
                  <a:pt x="134472" y="99219"/>
                  <a:pt x="128984" y="99219"/>
                </a:cubicBezTo>
                <a:lnTo>
                  <a:pt x="29766" y="99219"/>
                </a:lnTo>
                <a:cubicBezTo>
                  <a:pt x="24278" y="99219"/>
                  <a:pt x="19844" y="94785"/>
                  <a:pt x="19844" y="89297"/>
                </a:cubicBezTo>
                <a:lnTo>
                  <a:pt x="19844" y="39688"/>
                </a:lnTo>
                <a:cubicBezTo>
                  <a:pt x="19844" y="34199"/>
                  <a:pt x="24278" y="29766"/>
                  <a:pt x="29766" y="29766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34" name="Text 32"/>
          <p:cNvSpPr/>
          <p:nvPr/>
        </p:nvSpPr>
        <p:spPr>
          <a:xfrm>
            <a:off x="7862921" y="1714500"/>
            <a:ext cx="960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Interface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569233" y="2000250"/>
            <a:ext cx="4103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HTML, CSS, JavaScript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473983" y="2349500"/>
            <a:ext cx="4238625" cy="635000"/>
          </a:xfrm>
          <a:custGeom>
            <a:avLst/>
            <a:gdLst/>
            <a:ahLst/>
            <a:cxnLst/>
            <a:rect l="l" t="t" r="r" b="b"/>
            <a:pathLst>
              <a:path w="4238625" h="635000">
                <a:moveTo>
                  <a:pt x="95250" y="0"/>
                </a:moveTo>
                <a:lnTo>
                  <a:pt x="4143375" y="0"/>
                </a:lnTo>
                <a:cubicBezTo>
                  <a:pt x="4195945" y="0"/>
                  <a:pt x="4238625" y="42680"/>
                  <a:pt x="4238625" y="95250"/>
                </a:cubicBezTo>
                <a:lnTo>
                  <a:pt x="4238625" y="539750"/>
                </a:lnTo>
                <a:cubicBezTo>
                  <a:pt x="4238625" y="592320"/>
                  <a:pt x="4195945" y="635000"/>
                  <a:pt x="4143375" y="635000"/>
                </a:cubicBezTo>
                <a:lnTo>
                  <a:pt x="95250" y="635000"/>
                </a:lnTo>
                <a:cubicBezTo>
                  <a:pt x="42680" y="635000"/>
                  <a:pt x="0" y="592320"/>
                  <a:pt x="0" y="539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7569233" y="2476500"/>
            <a:ext cx="198438" cy="158750"/>
          </a:xfrm>
          <a:custGeom>
            <a:avLst/>
            <a:gdLst/>
            <a:ahLst/>
            <a:cxnLst/>
            <a:rect l="l" t="t" r="r" b="b"/>
            <a:pathLst>
              <a:path w="198438" h="158750">
                <a:moveTo>
                  <a:pt x="128953" y="65267"/>
                </a:moveTo>
                <a:cubicBezTo>
                  <a:pt x="132736" y="64244"/>
                  <a:pt x="136705" y="66042"/>
                  <a:pt x="138410" y="69546"/>
                </a:cubicBezTo>
                <a:lnTo>
                  <a:pt x="144177" y="81204"/>
                </a:lnTo>
                <a:cubicBezTo>
                  <a:pt x="147371" y="81638"/>
                  <a:pt x="150502" y="82507"/>
                  <a:pt x="153448" y="83716"/>
                </a:cubicBezTo>
                <a:lnTo>
                  <a:pt x="164300" y="76491"/>
                </a:lnTo>
                <a:cubicBezTo>
                  <a:pt x="167556" y="74321"/>
                  <a:pt x="171865" y="74755"/>
                  <a:pt x="174625" y="77515"/>
                </a:cubicBezTo>
                <a:lnTo>
                  <a:pt x="180578" y="83468"/>
                </a:lnTo>
                <a:cubicBezTo>
                  <a:pt x="183338" y="86227"/>
                  <a:pt x="183772" y="90568"/>
                  <a:pt x="181601" y="93793"/>
                </a:cubicBezTo>
                <a:lnTo>
                  <a:pt x="174377" y="104614"/>
                </a:lnTo>
                <a:cubicBezTo>
                  <a:pt x="174966" y="106071"/>
                  <a:pt x="175493" y="107590"/>
                  <a:pt x="175927" y="109172"/>
                </a:cubicBezTo>
                <a:cubicBezTo>
                  <a:pt x="176361" y="110753"/>
                  <a:pt x="176640" y="112303"/>
                  <a:pt x="176857" y="113885"/>
                </a:cubicBezTo>
                <a:lnTo>
                  <a:pt x="188547" y="119652"/>
                </a:lnTo>
                <a:cubicBezTo>
                  <a:pt x="192050" y="121388"/>
                  <a:pt x="193849" y="125357"/>
                  <a:pt x="192825" y="129108"/>
                </a:cubicBezTo>
                <a:lnTo>
                  <a:pt x="190655" y="137232"/>
                </a:lnTo>
                <a:cubicBezTo>
                  <a:pt x="189632" y="140984"/>
                  <a:pt x="186128" y="143526"/>
                  <a:pt x="182221" y="143278"/>
                </a:cubicBezTo>
                <a:lnTo>
                  <a:pt x="169199" y="142441"/>
                </a:lnTo>
                <a:cubicBezTo>
                  <a:pt x="167246" y="144952"/>
                  <a:pt x="164982" y="147278"/>
                  <a:pt x="162409" y="149262"/>
                </a:cubicBezTo>
                <a:lnTo>
                  <a:pt x="163246" y="162254"/>
                </a:lnTo>
                <a:cubicBezTo>
                  <a:pt x="163494" y="166160"/>
                  <a:pt x="160951" y="169695"/>
                  <a:pt x="157200" y="170687"/>
                </a:cubicBezTo>
                <a:lnTo>
                  <a:pt x="149076" y="172858"/>
                </a:lnTo>
                <a:cubicBezTo>
                  <a:pt x="145293" y="173881"/>
                  <a:pt x="141356" y="172083"/>
                  <a:pt x="139619" y="168579"/>
                </a:cubicBezTo>
                <a:lnTo>
                  <a:pt x="133852" y="156921"/>
                </a:lnTo>
                <a:cubicBezTo>
                  <a:pt x="130659" y="156487"/>
                  <a:pt x="127527" y="155618"/>
                  <a:pt x="124582" y="154409"/>
                </a:cubicBezTo>
                <a:lnTo>
                  <a:pt x="113729" y="161634"/>
                </a:lnTo>
                <a:cubicBezTo>
                  <a:pt x="110474" y="163804"/>
                  <a:pt x="106164" y="163370"/>
                  <a:pt x="103405" y="160610"/>
                </a:cubicBezTo>
                <a:lnTo>
                  <a:pt x="97451" y="154657"/>
                </a:lnTo>
                <a:cubicBezTo>
                  <a:pt x="94692" y="151898"/>
                  <a:pt x="94258" y="147588"/>
                  <a:pt x="96428" y="144332"/>
                </a:cubicBezTo>
                <a:lnTo>
                  <a:pt x="103653" y="133480"/>
                </a:lnTo>
                <a:cubicBezTo>
                  <a:pt x="103063" y="132023"/>
                  <a:pt x="102536" y="130504"/>
                  <a:pt x="102102" y="128922"/>
                </a:cubicBezTo>
                <a:cubicBezTo>
                  <a:pt x="101668" y="127341"/>
                  <a:pt x="101389" y="125760"/>
                  <a:pt x="101172" y="124209"/>
                </a:cubicBezTo>
                <a:lnTo>
                  <a:pt x="89483" y="118442"/>
                </a:lnTo>
                <a:cubicBezTo>
                  <a:pt x="85979" y="116706"/>
                  <a:pt x="84212" y="112737"/>
                  <a:pt x="85204" y="108986"/>
                </a:cubicBezTo>
                <a:lnTo>
                  <a:pt x="87375" y="100862"/>
                </a:lnTo>
                <a:cubicBezTo>
                  <a:pt x="88398" y="97110"/>
                  <a:pt x="91901" y="94568"/>
                  <a:pt x="95808" y="94816"/>
                </a:cubicBezTo>
                <a:lnTo>
                  <a:pt x="108800" y="95653"/>
                </a:lnTo>
                <a:cubicBezTo>
                  <a:pt x="110753" y="93142"/>
                  <a:pt x="113016" y="90816"/>
                  <a:pt x="115590" y="88832"/>
                </a:cubicBezTo>
                <a:lnTo>
                  <a:pt x="114753" y="75871"/>
                </a:lnTo>
                <a:cubicBezTo>
                  <a:pt x="114505" y="71965"/>
                  <a:pt x="117047" y="68430"/>
                  <a:pt x="120799" y="67438"/>
                </a:cubicBezTo>
                <a:lnTo>
                  <a:pt x="128922" y="65267"/>
                </a:lnTo>
                <a:close/>
                <a:moveTo>
                  <a:pt x="139030" y="105420"/>
                </a:moveTo>
                <a:cubicBezTo>
                  <a:pt x="131501" y="105428"/>
                  <a:pt x="125395" y="111548"/>
                  <a:pt x="125403" y="119078"/>
                </a:cubicBezTo>
                <a:cubicBezTo>
                  <a:pt x="125412" y="126608"/>
                  <a:pt x="131532" y="132714"/>
                  <a:pt x="139061" y="132705"/>
                </a:cubicBezTo>
                <a:cubicBezTo>
                  <a:pt x="146591" y="132697"/>
                  <a:pt x="152697" y="126577"/>
                  <a:pt x="152688" y="119047"/>
                </a:cubicBezTo>
                <a:cubicBezTo>
                  <a:pt x="152680" y="111517"/>
                  <a:pt x="146560" y="105411"/>
                  <a:pt x="139030" y="105420"/>
                </a:cubicBezTo>
                <a:close/>
                <a:moveTo>
                  <a:pt x="69732" y="-14108"/>
                </a:moveTo>
                <a:lnTo>
                  <a:pt x="77856" y="-11937"/>
                </a:lnTo>
                <a:cubicBezTo>
                  <a:pt x="81607" y="-10914"/>
                  <a:pt x="84150" y="-7379"/>
                  <a:pt x="83902" y="-3504"/>
                </a:cubicBezTo>
                <a:lnTo>
                  <a:pt x="83065" y="9457"/>
                </a:lnTo>
                <a:cubicBezTo>
                  <a:pt x="85638" y="11441"/>
                  <a:pt x="87902" y="13736"/>
                  <a:pt x="89855" y="16278"/>
                </a:cubicBezTo>
                <a:lnTo>
                  <a:pt x="102877" y="15441"/>
                </a:lnTo>
                <a:cubicBezTo>
                  <a:pt x="106753" y="15193"/>
                  <a:pt x="110288" y="17735"/>
                  <a:pt x="111311" y="21487"/>
                </a:cubicBezTo>
                <a:lnTo>
                  <a:pt x="113481" y="29611"/>
                </a:lnTo>
                <a:cubicBezTo>
                  <a:pt x="114474" y="33362"/>
                  <a:pt x="112706" y="37331"/>
                  <a:pt x="109203" y="39067"/>
                </a:cubicBezTo>
                <a:lnTo>
                  <a:pt x="97513" y="44834"/>
                </a:lnTo>
                <a:cubicBezTo>
                  <a:pt x="97296" y="46416"/>
                  <a:pt x="96986" y="47997"/>
                  <a:pt x="96583" y="49547"/>
                </a:cubicBezTo>
                <a:cubicBezTo>
                  <a:pt x="96180" y="51098"/>
                  <a:pt x="95622" y="52648"/>
                  <a:pt x="95033" y="54105"/>
                </a:cubicBezTo>
                <a:lnTo>
                  <a:pt x="102257" y="64957"/>
                </a:lnTo>
                <a:cubicBezTo>
                  <a:pt x="104428" y="68213"/>
                  <a:pt x="103994" y="72523"/>
                  <a:pt x="101234" y="75282"/>
                </a:cubicBezTo>
                <a:lnTo>
                  <a:pt x="95281" y="81235"/>
                </a:lnTo>
                <a:cubicBezTo>
                  <a:pt x="92521" y="83995"/>
                  <a:pt x="88212" y="84429"/>
                  <a:pt x="84956" y="82259"/>
                </a:cubicBezTo>
                <a:lnTo>
                  <a:pt x="74104" y="75034"/>
                </a:lnTo>
                <a:cubicBezTo>
                  <a:pt x="71158" y="76243"/>
                  <a:pt x="68027" y="77112"/>
                  <a:pt x="64833" y="77546"/>
                </a:cubicBezTo>
                <a:lnTo>
                  <a:pt x="59066" y="89204"/>
                </a:lnTo>
                <a:cubicBezTo>
                  <a:pt x="57330" y="92708"/>
                  <a:pt x="53361" y="94475"/>
                  <a:pt x="49609" y="93483"/>
                </a:cubicBezTo>
                <a:lnTo>
                  <a:pt x="41486" y="91312"/>
                </a:lnTo>
                <a:cubicBezTo>
                  <a:pt x="37703" y="90289"/>
                  <a:pt x="35192" y="86754"/>
                  <a:pt x="35440" y="82879"/>
                </a:cubicBezTo>
                <a:lnTo>
                  <a:pt x="36277" y="69887"/>
                </a:lnTo>
                <a:cubicBezTo>
                  <a:pt x="33703" y="67903"/>
                  <a:pt x="31440" y="65608"/>
                  <a:pt x="29487" y="63066"/>
                </a:cubicBezTo>
                <a:lnTo>
                  <a:pt x="16464" y="63903"/>
                </a:lnTo>
                <a:cubicBezTo>
                  <a:pt x="12588" y="64151"/>
                  <a:pt x="9054" y="61609"/>
                  <a:pt x="8031" y="57857"/>
                </a:cubicBezTo>
                <a:lnTo>
                  <a:pt x="5860" y="49733"/>
                </a:lnTo>
                <a:cubicBezTo>
                  <a:pt x="4868" y="45982"/>
                  <a:pt x="6635" y="42013"/>
                  <a:pt x="10139" y="40277"/>
                </a:cubicBezTo>
                <a:lnTo>
                  <a:pt x="21828" y="34510"/>
                </a:lnTo>
                <a:cubicBezTo>
                  <a:pt x="22045" y="32928"/>
                  <a:pt x="22355" y="31378"/>
                  <a:pt x="22758" y="29797"/>
                </a:cubicBezTo>
                <a:cubicBezTo>
                  <a:pt x="23192" y="28215"/>
                  <a:pt x="23688" y="26696"/>
                  <a:pt x="24309" y="25239"/>
                </a:cubicBezTo>
                <a:lnTo>
                  <a:pt x="17084" y="14418"/>
                </a:lnTo>
                <a:cubicBezTo>
                  <a:pt x="14914" y="11162"/>
                  <a:pt x="15348" y="6852"/>
                  <a:pt x="18107" y="4093"/>
                </a:cubicBezTo>
                <a:lnTo>
                  <a:pt x="24061" y="-1860"/>
                </a:lnTo>
                <a:cubicBezTo>
                  <a:pt x="26820" y="-4620"/>
                  <a:pt x="31130" y="-5054"/>
                  <a:pt x="34385" y="-2884"/>
                </a:cubicBezTo>
                <a:lnTo>
                  <a:pt x="45238" y="4341"/>
                </a:lnTo>
                <a:cubicBezTo>
                  <a:pt x="48183" y="3132"/>
                  <a:pt x="51315" y="2263"/>
                  <a:pt x="54508" y="1829"/>
                </a:cubicBezTo>
                <a:lnTo>
                  <a:pt x="60275" y="-9829"/>
                </a:lnTo>
                <a:cubicBezTo>
                  <a:pt x="62012" y="-13333"/>
                  <a:pt x="65949" y="-15100"/>
                  <a:pt x="69732" y="-14108"/>
                </a:cubicBezTo>
                <a:close/>
                <a:moveTo>
                  <a:pt x="59655" y="26045"/>
                </a:moveTo>
                <a:cubicBezTo>
                  <a:pt x="52126" y="26045"/>
                  <a:pt x="46013" y="32158"/>
                  <a:pt x="46013" y="39688"/>
                </a:cubicBezTo>
                <a:cubicBezTo>
                  <a:pt x="46013" y="47217"/>
                  <a:pt x="52126" y="53330"/>
                  <a:pt x="59655" y="53330"/>
                </a:cubicBezTo>
                <a:cubicBezTo>
                  <a:pt x="67185" y="53330"/>
                  <a:pt x="73298" y="47217"/>
                  <a:pt x="73298" y="39688"/>
                </a:cubicBezTo>
                <a:cubicBezTo>
                  <a:pt x="73298" y="32158"/>
                  <a:pt x="67185" y="26045"/>
                  <a:pt x="59655" y="26045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38" name="Text 36"/>
          <p:cNvSpPr/>
          <p:nvPr/>
        </p:nvSpPr>
        <p:spPr>
          <a:xfrm>
            <a:off x="7862921" y="2444750"/>
            <a:ext cx="11668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Application Logic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569233" y="2730500"/>
            <a:ext cx="4103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PHP Server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473983" y="3079750"/>
            <a:ext cx="4238625" cy="635000"/>
          </a:xfrm>
          <a:custGeom>
            <a:avLst/>
            <a:gdLst/>
            <a:ahLst/>
            <a:cxnLst/>
            <a:rect l="l" t="t" r="r" b="b"/>
            <a:pathLst>
              <a:path w="4238625" h="635000">
                <a:moveTo>
                  <a:pt x="95250" y="0"/>
                </a:moveTo>
                <a:lnTo>
                  <a:pt x="4143375" y="0"/>
                </a:lnTo>
                <a:cubicBezTo>
                  <a:pt x="4195945" y="0"/>
                  <a:pt x="4238625" y="42680"/>
                  <a:pt x="4238625" y="95250"/>
                </a:cubicBezTo>
                <a:lnTo>
                  <a:pt x="4238625" y="539750"/>
                </a:lnTo>
                <a:cubicBezTo>
                  <a:pt x="4238625" y="592320"/>
                  <a:pt x="4195945" y="635000"/>
                  <a:pt x="4143375" y="635000"/>
                </a:cubicBezTo>
                <a:lnTo>
                  <a:pt x="95250" y="635000"/>
                </a:lnTo>
                <a:cubicBezTo>
                  <a:pt x="42680" y="635000"/>
                  <a:pt x="0" y="592320"/>
                  <a:pt x="0" y="539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7598999" y="3206750"/>
            <a:ext cx="138906" cy="158750"/>
          </a:xfrm>
          <a:custGeom>
            <a:avLst/>
            <a:gdLst/>
            <a:ahLst/>
            <a:cxnLst/>
            <a:rect l="l" t="t" r="r" b="b"/>
            <a:pathLst>
              <a:path w="138906" h="158750">
                <a:moveTo>
                  <a:pt x="138906" y="63810"/>
                </a:moveTo>
                <a:cubicBezTo>
                  <a:pt x="134317" y="66849"/>
                  <a:pt x="129046" y="69298"/>
                  <a:pt x="123558" y="71251"/>
                </a:cubicBezTo>
                <a:cubicBezTo>
                  <a:pt x="108986" y="76460"/>
                  <a:pt x="89855" y="79375"/>
                  <a:pt x="69453" y="79375"/>
                </a:cubicBezTo>
                <a:cubicBezTo>
                  <a:pt x="49051" y="79375"/>
                  <a:pt x="29890" y="76429"/>
                  <a:pt x="15348" y="71251"/>
                </a:cubicBezTo>
                <a:cubicBezTo>
                  <a:pt x="9891" y="69298"/>
                  <a:pt x="4589" y="66849"/>
                  <a:pt x="0" y="63810"/>
                </a:cubicBezTo>
                <a:lnTo>
                  <a:pt x="0" y="89297"/>
                </a:lnTo>
                <a:cubicBezTo>
                  <a:pt x="0" y="103001"/>
                  <a:pt x="31099" y="114102"/>
                  <a:pt x="69453" y="114102"/>
                </a:cubicBezTo>
                <a:cubicBezTo>
                  <a:pt x="107807" y="114102"/>
                  <a:pt x="138906" y="103001"/>
                  <a:pt x="138906" y="89297"/>
                </a:cubicBezTo>
                <a:lnTo>
                  <a:pt x="138906" y="63810"/>
                </a:lnTo>
                <a:close/>
                <a:moveTo>
                  <a:pt x="138906" y="39688"/>
                </a:moveTo>
                <a:lnTo>
                  <a:pt x="138906" y="24805"/>
                </a:lnTo>
                <a:cubicBezTo>
                  <a:pt x="138906" y="11100"/>
                  <a:pt x="107807" y="0"/>
                  <a:pt x="69453" y="0"/>
                </a:cubicBezTo>
                <a:cubicBezTo>
                  <a:pt x="31099" y="0"/>
                  <a:pt x="0" y="11100"/>
                  <a:pt x="0" y="24805"/>
                </a:cubicBezTo>
                <a:lnTo>
                  <a:pt x="0" y="39688"/>
                </a:lnTo>
                <a:cubicBezTo>
                  <a:pt x="0" y="53392"/>
                  <a:pt x="31099" y="64492"/>
                  <a:pt x="69453" y="64492"/>
                </a:cubicBezTo>
                <a:cubicBezTo>
                  <a:pt x="107807" y="64492"/>
                  <a:pt x="138906" y="53392"/>
                  <a:pt x="138906" y="39688"/>
                </a:cubicBezTo>
                <a:close/>
                <a:moveTo>
                  <a:pt x="123558" y="120861"/>
                </a:moveTo>
                <a:cubicBezTo>
                  <a:pt x="109017" y="126039"/>
                  <a:pt x="89886" y="128984"/>
                  <a:pt x="69453" y="128984"/>
                </a:cubicBezTo>
                <a:cubicBezTo>
                  <a:pt x="49020" y="128984"/>
                  <a:pt x="29890" y="126039"/>
                  <a:pt x="15348" y="120861"/>
                </a:cubicBezTo>
                <a:cubicBezTo>
                  <a:pt x="9891" y="118907"/>
                  <a:pt x="4589" y="116458"/>
                  <a:pt x="0" y="113419"/>
                </a:cubicBezTo>
                <a:lnTo>
                  <a:pt x="0" y="133945"/>
                </a:lnTo>
                <a:cubicBezTo>
                  <a:pt x="0" y="147650"/>
                  <a:pt x="31099" y="158750"/>
                  <a:pt x="69453" y="158750"/>
                </a:cubicBezTo>
                <a:cubicBezTo>
                  <a:pt x="107807" y="158750"/>
                  <a:pt x="138906" y="147650"/>
                  <a:pt x="138906" y="133945"/>
                </a:cubicBezTo>
                <a:lnTo>
                  <a:pt x="138906" y="113419"/>
                </a:lnTo>
                <a:cubicBezTo>
                  <a:pt x="134317" y="116458"/>
                  <a:pt x="129046" y="118907"/>
                  <a:pt x="123558" y="120861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42" name="Text 40"/>
          <p:cNvSpPr/>
          <p:nvPr/>
        </p:nvSpPr>
        <p:spPr>
          <a:xfrm>
            <a:off x="7862921" y="3175000"/>
            <a:ext cx="889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Storage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569233" y="3460750"/>
            <a:ext cx="4103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MySQL Database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7315233" y="4000500"/>
            <a:ext cx="4556125" cy="1333500"/>
          </a:xfrm>
          <a:custGeom>
            <a:avLst/>
            <a:gdLst/>
            <a:ahLst/>
            <a:cxnLst/>
            <a:rect l="l" t="t" r="r" b="b"/>
            <a:pathLst>
              <a:path w="4556125" h="1333500">
                <a:moveTo>
                  <a:pt x="127003" y="0"/>
                </a:moveTo>
                <a:lnTo>
                  <a:pt x="4429122" y="0"/>
                </a:lnTo>
                <a:cubicBezTo>
                  <a:pt x="4499264" y="0"/>
                  <a:pt x="4556125" y="56861"/>
                  <a:pt x="4556125" y="127003"/>
                </a:cubicBezTo>
                <a:lnTo>
                  <a:pt x="4556125" y="1206497"/>
                </a:lnTo>
                <a:cubicBezTo>
                  <a:pt x="4556125" y="1276639"/>
                  <a:pt x="4499264" y="1333500"/>
                  <a:pt x="4429122" y="1333500"/>
                </a:cubicBezTo>
                <a:lnTo>
                  <a:pt x="127003" y="1333500"/>
                </a:lnTo>
                <a:cubicBezTo>
                  <a:pt x="56861" y="1333500"/>
                  <a:pt x="0" y="1276639"/>
                  <a:pt x="0" y="1206497"/>
                </a:cubicBezTo>
                <a:lnTo>
                  <a:pt x="0" y="127003"/>
                </a:lnTo>
                <a:cubicBezTo>
                  <a:pt x="0" y="56908"/>
                  <a:pt x="56908" y="0"/>
                  <a:pt x="127003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45" name="Shape 43"/>
          <p:cNvSpPr/>
          <p:nvPr/>
        </p:nvSpPr>
        <p:spPr>
          <a:xfrm>
            <a:off x="7493827" y="4191000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0"/>
                </a:moveTo>
                <a:cubicBezTo>
                  <a:pt x="80801" y="0"/>
                  <a:pt x="82228" y="310"/>
                  <a:pt x="83530" y="899"/>
                </a:cubicBezTo>
                <a:lnTo>
                  <a:pt x="141945" y="25673"/>
                </a:lnTo>
                <a:cubicBezTo>
                  <a:pt x="148766" y="28556"/>
                  <a:pt x="153851" y="35285"/>
                  <a:pt x="153820" y="43408"/>
                </a:cubicBezTo>
                <a:cubicBezTo>
                  <a:pt x="153665" y="74166"/>
                  <a:pt x="141015" y="130442"/>
                  <a:pt x="87592" y="156021"/>
                </a:cubicBezTo>
                <a:cubicBezTo>
                  <a:pt x="82414" y="158502"/>
                  <a:pt x="76398" y="158502"/>
                  <a:pt x="71220" y="156021"/>
                </a:cubicBezTo>
                <a:cubicBezTo>
                  <a:pt x="17766" y="130442"/>
                  <a:pt x="5147" y="74166"/>
                  <a:pt x="4992" y="43408"/>
                </a:cubicBezTo>
                <a:cubicBezTo>
                  <a:pt x="4961" y="35285"/>
                  <a:pt x="10046" y="28556"/>
                  <a:pt x="16867" y="25673"/>
                </a:cubicBezTo>
                <a:lnTo>
                  <a:pt x="75251" y="899"/>
                </a:lnTo>
                <a:cubicBezTo>
                  <a:pt x="76553" y="310"/>
                  <a:pt x="77949" y="0"/>
                  <a:pt x="79375" y="0"/>
                </a:cubicBezTo>
                <a:close/>
                <a:moveTo>
                  <a:pt x="79375" y="20712"/>
                </a:moveTo>
                <a:lnTo>
                  <a:pt x="79375" y="137945"/>
                </a:lnTo>
                <a:cubicBezTo>
                  <a:pt x="122163" y="117233"/>
                  <a:pt x="133666" y="71344"/>
                  <a:pt x="133945" y="43873"/>
                </a:cubicBezTo>
                <a:lnTo>
                  <a:pt x="79375" y="20743"/>
                </a:lnTo>
                <a:lnTo>
                  <a:pt x="79375" y="20743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6" name="Text 44"/>
          <p:cNvSpPr/>
          <p:nvPr/>
        </p:nvSpPr>
        <p:spPr>
          <a:xfrm>
            <a:off x="7672421" y="4159250"/>
            <a:ext cx="4119562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Security Measures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7489858" y="450850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8" name="Text 46"/>
          <p:cNvSpPr/>
          <p:nvPr/>
        </p:nvSpPr>
        <p:spPr>
          <a:xfrm>
            <a:off x="7696233" y="4476750"/>
            <a:ext cx="912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Input validation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7489858" y="476250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50" name="Text 48"/>
          <p:cNvSpPr/>
          <p:nvPr/>
        </p:nvSpPr>
        <p:spPr>
          <a:xfrm>
            <a:off x="7696233" y="4730750"/>
            <a:ext cx="141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SQL injection prevention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7489858" y="501650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52" name="Text 50"/>
          <p:cNvSpPr/>
          <p:nvPr/>
        </p:nvSpPr>
        <p:spPr>
          <a:xfrm>
            <a:off x="7696233" y="4984750"/>
            <a:ext cx="1627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Secure session management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317500" y="1079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54" name="Text 52"/>
          <p:cNvSpPr/>
          <p:nvPr/>
        </p:nvSpPr>
        <p:spPr>
          <a:xfrm>
            <a:off x="269875" y="1079500"/>
            <a:ext cx="60325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317500" y="1905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56" name="Text 54"/>
          <p:cNvSpPr/>
          <p:nvPr/>
        </p:nvSpPr>
        <p:spPr>
          <a:xfrm>
            <a:off x="269875" y="1905000"/>
            <a:ext cx="60325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317500" y="2730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58" name="Text 56"/>
          <p:cNvSpPr/>
          <p:nvPr/>
        </p:nvSpPr>
        <p:spPr>
          <a:xfrm>
            <a:off x="269875" y="2730500"/>
            <a:ext cx="60325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317500" y="3556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14B8A6"/>
          </a:solidFill>
          <a:ln/>
        </p:spPr>
      </p:sp>
      <p:sp>
        <p:nvSpPr>
          <p:cNvPr id="60" name="Text 58"/>
          <p:cNvSpPr/>
          <p:nvPr/>
        </p:nvSpPr>
        <p:spPr>
          <a:xfrm>
            <a:off x="269875" y="3556000"/>
            <a:ext cx="60325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317500" y="4381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62" name="Text 60"/>
          <p:cNvSpPr/>
          <p:nvPr/>
        </p:nvSpPr>
        <p:spPr>
          <a:xfrm>
            <a:off x="269875" y="4381500"/>
            <a:ext cx="60325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317500" y="5207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64" name="Text 62"/>
          <p:cNvSpPr/>
          <p:nvPr/>
        </p:nvSpPr>
        <p:spPr>
          <a:xfrm>
            <a:off x="269875" y="5207000"/>
            <a:ext cx="60325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9091" y="349091"/>
            <a:ext cx="11554909" cy="174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2" b="1" spc="96" kern="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Technical Specifications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9091" y="593455"/>
            <a:ext cx="11703273" cy="418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299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Hardware &amp; Software Requirements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9091" y="1186909"/>
            <a:ext cx="5664000" cy="3490909"/>
          </a:xfrm>
          <a:custGeom>
            <a:avLst/>
            <a:gdLst/>
            <a:ahLst/>
            <a:cxnLst/>
            <a:rect l="l" t="t" r="r" b="b"/>
            <a:pathLst>
              <a:path w="5664000" h="3490909">
                <a:moveTo>
                  <a:pt x="139636" y="0"/>
                </a:moveTo>
                <a:lnTo>
                  <a:pt x="5524364" y="0"/>
                </a:lnTo>
                <a:cubicBezTo>
                  <a:pt x="5601483" y="0"/>
                  <a:pt x="5664000" y="62517"/>
                  <a:pt x="5664000" y="139636"/>
                </a:cubicBezTo>
                <a:lnTo>
                  <a:pt x="5664000" y="3351273"/>
                </a:lnTo>
                <a:cubicBezTo>
                  <a:pt x="5664000" y="3428392"/>
                  <a:pt x="5601483" y="3490909"/>
                  <a:pt x="5524364" y="3490909"/>
                </a:cubicBezTo>
                <a:lnTo>
                  <a:pt x="139636" y="3490909"/>
                </a:lnTo>
                <a:cubicBezTo>
                  <a:pt x="62517" y="3490909"/>
                  <a:pt x="0" y="3428392"/>
                  <a:pt x="0" y="3351273"/>
                </a:cubicBezTo>
                <a:lnTo>
                  <a:pt x="0" y="139636"/>
                </a:lnTo>
                <a:cubicBezTo>
                  <a:pt x="0" y="62569"/>
                  <a:pt x="62569" y="0"/>
                  <a:pt x="139636" y="0"/>
                </a:cubicBezTo>
                <a:close/>
              </a:path>
            </a:pathLst>
          </a:custGeom>
          <a:gradFill rotWithShape="1" flip="none">
            <a:gsLst>
              <a:gs pos="0">
                <a:srgbClr val="DBEAFE"/>
              </a:gs>
              <a:gs pos="100000">
                <a:srgbClr val="BFDBFE"/>
              </a:gs>
            </a:gsLst>
            <a:lin ang="2700000" scaled="1"/>
          </a:gradFill>
          <a:ln/>
        </p:spPr>
      </p:sp>
      <p:sp>
        <p:nvSpPr>
          <p:cNvPr id="5" name="Shape 3"/>
          <p:cNvSpPr/>
          <p:nvPr/>
        </p:nvSpPr>
        <p:spPr>
          <a:xfrm>
            <a:off x="523636" y="1361455"/>
            <a:ext cx="488727" cy="488727"/>
          </a:xfrm>
          <a:custGeom>
            <a:avLst/>
            <a:gdLst/>
            <a:ahLst/>
            <a:cxnLst/>
            <a:rect l="l" t="t" r="r" b="b"/>
            <a:pathLst>
              <a:path w="488727" h="488727">
                <a:moveTo>
                  <a:pt x="104729" y="0"/>
                </a:moveTo>
                <a:lnTo>
                  <a:pt x="383998" y="0"/>
                </a:lnTo>
                <a:cubicBezTo>
                  <a:pt x="441838" y="0"/>
                  <a:pt x="488727" y="46889"/>
                  <a:pt x="488727" y="104729"/>
                </a:cubicBezTo>
                <a:lnTo>
                  <a:pt x="488727" y="383998"/>
                </a:lnTo>
                <a:cubicBezTo>
                  <a:pt x="488727" y="441838"/>
                  <a:pt x="441838" y="488727"/>
                  <a:pt x="383998" y="488727"/>
                </a:cubicBezTo>
                <a:lnTo>
                  <a:pt x="104729" y="488727"/>
                </a:lnTo>
                <a:cubicBezTo>
                  <a:pt x="46889" y="488727"/>
                  <a:pt x="0" y="441838"/>
                  <a:pt x="0" y="383998"/>
                </a:cubicBezTo>
                <a:lnTo>
                  <a:pt x="0" y="104729"/>
                </a:lnTo>
                <a:cubicBezTo>
                  <a:pt x="0" y="46928"/>
                  <a:pt x="46928" y="0"/>
                  <a:pt x="104729" y="0"/>
                </a:cubicBez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6" name="Shape 4"/>
          <p:cNvSpPr/>
          <p:nvPr/>
        </p:nvSpPr>
        <p:spPr>
          <a:xfrm>
            <a:off x="663273" y="1501091"/>
            <a:ext cx="209455" cy="209455"/>
          </a:xfrm>
          <a:custGeom>
            <a:avLst/>
            <a:gdLst/>
            <a:ahLst/>
            <a:cxnLst/>
            <a:rect l="l" t="t" r="r" b="b"/>
            <a:pathLst>
              <a:path w="209455" h="209455">
                <a:moveTo>
                  <a:pt x="72000" y="9818"/>
                </a:moveTo>
                <a:cubicBezTo>
                  <a:pt x="72000" y="4377"/>
                  <a:pt x="67623" y="0"/>
                  <a:pt x="62182" y="0"/>
                </a:cubicBezTo>
                <a:cubicBezTo>
                  <a:pt x="56741" y="0"/>
                  <a:pt x="52364" y="4377"/>
                  <a:pt x="52364" y="9818"/>
                </a:cubicBezTo>
                <a:lnTo>
                  <a:pt x="52364" y="26182"/>
                </a:lnTo>
                <a:cubicBezTo>
                  <a:pt x="37923" y="26182"/>
                  <a:pt x="26182" y="37923"/>
                  <a:pt x="26182" y="52364"/>
                </a:cubicBezTo>
                <a:lnTo>
                  <a:pt x="9818" y="52364"/>
                </a:lnTo>
                <a:cubicBezTo>
                  <a:pt x="4377" y="52364"/>
                  <a:pt x="0" y="56741"/>
                  <a:pt x="0" y="62182"/>
                </a:cubicBezTo>
                <a:cubicBezTo>
                  <a:pt x="0" y="67623"/>
                  <a:pt x="4377" y="72000"/>
                  <a:pt x="9818" y="72000"/>
                </a:cubicBezTo>
                <a:lnTo>
                  <a:pt x="26182" y="72000"/>
                </a:lnTo>
                <a:lnTo>
                  <a:pt x="26182" y="94909"/>
                </a:lnTo>
                <a:lnTo>
                  <a:pt x="9818" y="94909"/>
                </a:lnTo>
                <a:cubicBezTo>
                  <a:pt x="4377" y="94909"/>
                  <a:pt x="0" y="99286"/>
                  <a:pt x="0" y="104727"/>
                </a:cubicBezTo>
                <a:cubicBezTo>
                  <a:pt x="0" y="110168"/>
                  <a:pt x="4377" y="114545"/>
                  <a:pt x="9818" y="114545"/>
                </a:cubicBezTo>
                <a:lnTo>
                  <a:pt x="26182" y="114545"/>
                </a:lnTo>
                <a:lnTo>
                  <a:pt x="26182" y="137455"/>
                </a:lnTo>
                <a:lnTo>
                  <a:pt x="9818" y="137455"/>
                </a:lnTo>
                <a:cubicBezTo>
                  <a:pt x="4377" y="137455"/>
                  <a:pt x="0" y="141832"/>
                  <a:pt x="0" y="147273"/>
                </a:cubicBezTo>
                <a:cubicBezTo>
                  <a:pt x="0" y="152714"/>
                  <a:pt x="4377" y="157091"/>
                  <a:pt x="9818" y="157091"/>
                </a:cubicBezTo>
                <a:lnTo>
                  <a:pt x="26182" y="157091"/>
                </a:lnTo>
                <a:cubicBezTo>
                  <a:pt x="26182" y="171532"/>
                  <a:pt x="37923" y="183273"/>
                  <a:pt x="52364" y="183273"/>
                </a:cubicBezTo>
                <a:lnTo>
                  <a:pt x="52364" y="199636"/>
                </a:lnTo>
                <a:cubicBezTo>
                  <a:pt x="52364" y="205077"/>
                  <a:pt x="56741" y="209455"/>
                  <a:pt x="62182" y="209455"/>
                </a:cubicBezTo>
                <a:cubicBezTo>
                  <a:pt x="67623" y="209455"/>
                  <a:pt x="72000" y="205077"/>
                  <a:pt x="72000" y="199636"/>
                </a:cubicBezTo>
                <a:lnTo>
                  <a:pt x="72000" y="183273"/>
                </a:lnTo>
                <a:lnTo>
                  <a:pt x="94909" y="183273"/>
                </a:lnTo>
                <a:lnTo>
                  <a:pt x="94909" y="199636"/>
                </a:lnTo>
                <a:cubicBezTo>
                  <a:pt x="94909" y="205077"/>
                  <a:pt x="99286" y="209455"/>
                  <a:pt x="104727" y="209455"/>
                </a:cubicBezTo>
                <a:cubicBezTo>
                  <a:pt x="110168" y="209455"/>
                  <a:pt x="114545" y="205077"/>
                  <a:pt x="114545" y="199636"/>
                </a:cubicBezTo>
                <a:lnTo>
                  <a:pt x="114545" y="183273"/>
                </a:lnTo>
                <a:lnTo>
                  <a:pt x="137455" y="183273"/>
                </a:lnTo>
                <a:lnTo>
                  <a:pt x="137455" y="199636"/>
                </a:lnTo>
                <a:cubicBezTo>
                  <a:pt x="137455" y="205077"/>
                  <a:pt x="141832" y="209455"/>
                  <a:pt x="147273" y="209455"/>
                </a:cubicBezTo>
                <a:cubicBezTo>
                  <a:pt x="152714" y="209455"/>
                  <a:pt x="157091" y="205077"/>
                  <a:pt x="157091" y="199636"/>
                </a:cubicBezTo>
                <a:lnTo>
                  <a:pt x="157091" y="183273"/>
                </a:lnTo>
                <a:cubicBezTo>
                  <a:pt x="171532" y="183273"/>
                  <a:pt x="183273" y="171532"/>
                  <a:pt x="183273" y="157091"/>
                </a:cubicBezTo>
                <a:lnTo>
                  <a:pt x="199636" y="157091"/>
                </a:lnTo>
                <a:cubicBezTo>
                  <a:pt x="205077" y="157091"/>
                  <a:pt x="209455" y="152714"/>
                  <a:pt x="209455" y="147273"/>
                </a:cubicBezTo>
                <a:cubicBezTo>
                  <a:pt x="209455" y="141832"/>
                  <a:pt x="205077" y="137455"/>
                  <a:pt x="199636" y="137455"/>
                </a:cubicBezTo>
                <a:lnTo>
                  <a:pt x="183273" y="137455"/>
                </a:lnTo>
                <a:lnTo>
                  <a:pt x="183273" y="114545"/>
                </a:lnTo>
                <a:lnTo>
                  <a:pt x="199636" y="114545"/>
                </a:lnTo>
                <a:cubicBezTo>
                  <a:pt x="205077" y="114545"/>
                  <a:pt x="209455" y="110168"/>
                  <a:pt x="209455" y="104727"/>
                </a:cubicBezTo>
                <a:cubicBezTo>
                  <a:pt x="209455" y="99286"/>
                  <a:pt x="205077" y="94909"/>
                  <a:pt x="199636" y="94909"/>
                </a:cubicBezTo>
                <a:lnTo>
                  <a:pt x="183273" y="94909"/>
                </a:lnTo>
                <a:lnTo>
                  <a:pt x="183273" y="72000"/>
                </a:lnTo>
                <a:lnTo>
                  <a:pt x="199636" y="72000"/>
                </a:lnTo>
                <a:cubicBezTo>
                  <a:pt x="205077" y="72000"/>
                  <a:pt x="209455" y="67623"/>
                  <a:pt x="209455" y="62182"/>
                </a:cubicBezTo>
                <a:cubicBezTo>
                  <a:pt x="209455" y="56741"/>
                  <a:pt x="205077" y="52364"/>
                  <a:pt x="199636" y="52364"/>
                </a:cubicBezTo>
                <a:lnTo>
                  <a:pt x="183273" y="52364"/>
                </a:lnTo>
                <a:cubicBezTo>
                  <a:pt x="183273" y="37923"/>
                  <a:pt x="171532" y="26182"/>
                  <a:pt x="157091" y="26182"/>
                </a:cubicBezTo>
                <a:lnTo>
                  <a:pt x="157091" y="9818"/>
                </a:lnTo>
                <a:cubicBezTo>
                  <a:pt x="157091" y="4377"/>
                  <a:pt x="152714" y="0"/>
                  <a:pt x="147273" y="0"/>
                </a:cubicBezTo>
                <a:cubicBezTo>
                  <a:pt x="141832" y="0"/>
                  <a:pt x="137455" y="4377"/>
                  <a:pt x="137455" y="9818"/>
                </a:cubicBezTo>
                <a:lnTo>
                  <a:pt x="137455" y="26182"/>
                </a:lnTo>
                <a:lnTo>
                  <a:pt x="114545" y="26182"/>
                </a:lnTo>
                <a:lnTo>
                  <a:pt x="114545" y="9818"/>
                </a:lnTo>
                <a:cubicBezTo>
                  <a:pt x="114545" y="4377"/>
                  <a:pt x="110168" y="0"/>
                  <a:pt x="104727" y="0"/>
                </a:cubicBezTo>
                <a:cubicBezTo>
                  <a:pt x="99286" y="0"/>
                  <a:pt x="94909" y="4377"/>
                  <a:pt x="94909" y="9818"/>
                </a:cubicBezTo>
                <a:lnTo>
                  <a:pt x="94909" y="26182"/>
                </a:lnTo>
                <a:lnTo>
                  <a:pt x="72000" y="26182"/>
                </a:lnTo>
                <a:lnTo>
                  <a:pt x="72000" y="9818"/>
                </a:lnTo>
                <a:close/>
                <a:moveTo>
                  <a:pt x="65455" y="52364"/>
                </a:moveTo>
                <a:lnTo>
                  <a:pt x="144000" y="52364"/>
                </a:lnTo>
                <a:cubicBezTo>
                  <a:pt x="151241" y="52364"/>
                  <a:pt x="157091" y="58214"/>
                  <a:pt x="157091" y="65455"/>
                </a:cubicBezTo>
                <a:lnTo>
                  <a:pt x="157091" y="144000"/>
                </a:lnTo>
                <a:cubicBezTo>
                  <a:pt x="157091" y="151241"/>
                  <a:pt x="151241" y="157091"/>
                  <a:pt x="144000" y="157091"/>
                </a:cubicBezTo>
                <a:lnTo>
                  <a:pt x="65455" y="157091"/>
                </a:lnTo>
                <a:cubicBezTo>
                  <a:pt x="58214" y="157091"/>
                  <a:pt x="52364" y="151241"/>
                  <a:pt x="52364" y="144000"/>
                </a:cubicBezTo>
                <a:lnTo>
                  <a:pt x="52364" y="65455"/>
                </a:lnTo>
                <a:cubicBezTo>
                  <a:pt x="52364" y="58214"/>
                  <a:pt x="58214" y="52364"/>
                  <a:pt x="65455" y="52364"/>
                </a:cubicBezTo>
                <a:close/>
                <a:moveTo>
                  <a:pt x="72000" y="72000"/>
                </a:moveTo>
                <a:lnTo>
                  <a:pt x="72000" y="137455"/>
                </a:lnTo>
                <a:lnTo>
                  <a:pt x="137455" y="137455"/>
                </a:lnTo>
                <a:lnTo>
                  <a:pt x="137455" y="72000"/>
                </a:lnTo>
                <a:lnTo>
                  <a:pt x="72000" y="720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117091" y="1448727"/>
            <a:ext cx="2923636" cy="314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62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Hardware Requirements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23636" y="1989818"/>
            <a:ext cx="5314909" cy="768000"/>
          </a:xfrm>
          <a:custGeom>
            <a:avLst/>
            <a:gdLst/>
            <a:ahLst/>
            <a:cxnLst/>
            <a:rect l="l" t="t" r="r" b="b"/>
            <a:pathLst>
              <a:path w="5314909" h="768000">
                <a:moveTo>
                  <a:pt x="104724" y="0"/>
                </a:moveTo>
                <a:lnTo>
                  <a:pt x="5210185" y="0"/>
                </a:lnTo>
                <a:cubicBezTo>
                  <a:pt x="5268022" y="0"/>
                  <a:pt x="5314909" y="46887"/>
                  <a:pt x="5314909" y="104724"/>
                </a:cubicBezTo>
                <a:lnTo>
                  <a:pt x="5314909" y="663276"/>
                </a:lnTo>
                <a:cubicBezTo>
                  <a:pt x="5314909" y="721113"/>
                  <a:pt x="5268022" y="768000"/>
                  <a:pt x="5210185" y="768000"/>
                </a:cubicBezTo>
                <a:lnTo>
                  <a:pt x="104724" y="768000"/>
                </a:lnTo>
                <a:cubicBezTo>
                  <a:pt x="46887" y="768000"/>
                  <a:pt x="0" y="721113"/>
                  <a:pt x="0" y="663276"/>
                </a:cubicBezTo>
                <a:lnTo>
                  <a:pt x="0" y="104724"/>
                </a:lnTo>
                <a:cubicBezTo>
                  <a:pt x="0" y="46925"/>
                  <a:pt x="46925" y="0"/>
                  <a:pt x="104724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663273" y="2129455"/>
            <a:ext cx="349091" cy="349091"/>
          </a:xfrm>
          <a:custGeom>
            <a:avLst/>
            <a:gdLst/>
            <a:ahLst/>
            <a:cxnLst/>
            <a:rect l="l" t="t" r="r" b="b"/>
            <a:pathLst>
              <a:path w="349091" h="349091">
                <a:moveTo>
                  <a:pt x="69818" y="0"/>
                </a:moveTo>
                <a:lnTo>
                  <a:pt x="279273" y="0"/>
                </a:lnTo>
                <a:cubicBezTo>
                  <a:pt x="317832" y="0"/>
                  <a:pt x="349091" y="31259"/>
                  <a:pt x="349091" y="69818"/>
                </a:cubicBezTo>
                <a:lnTo>
                  <a:pt x="349091" y="279273"/>
                </a:lnTo>
                <a:cubicBezTo>
                  <a:pt x="349091" y="317832"/>
                  <a:pt x="317832" y="349091"/>
                  <a:pt x="279273" y="349091"/>
                </a:cubicBezTo>
                <a:lnTo>
                  <a:pt x="69818" y="349091"/>
                </a:lnTo>
                <a:cubicBezTo>
                  <a:pt x="31259" y="349091"/>
                  <a:pt x="0" y="317832"/>
                  <a:pt x="0" y="279273"/>
                </a:cubicBezTo>
                <a:lnTo>
                  <a:pt x="0" y="69818"/>
                </a:lnTo>
                <a:cubicBezTo>
                  <a:pt x="0" y="31284"/>
                  <a:pt x="31284" y="0"/>
                  <a:pt x="69818" y="0"/>
                </a:cubicBez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10" name="Shape 8"/>
          <p:cNvSpPr/>
          <p:nvPr/>
        </p:nvSpPr>
        <p:spPr>
          <a:xfrm>
            <a:off x="750545" y="2234182"/>
            <a:ext cx="174545" cy="139636"/>
          </a:xfrm>
          <a:custGeom>
            <a:avLst/>
            <a:gdLst/>
            <a:ahLst/>
            <a:cxnLst/>
            <a:rect l="l" t="t" r="r" b="b"/>
            <a:pathLst>
              <a:path w="174545" h="139636">
                <a:moveTo>
                  <a:pt x="34909" y="8727"/>
                </a:moveTo>
                <a:cubicBezTo>
                  <a:pt x="25282" y="8727"/>
                  <a:pt x="17455" y="16555"/>
                  <a:pt x="17455" y="26182"/>
                </a:cubicBezTo>
                <a:lnTo>
                  <a:pt x="17455" y="91636"/>
                </a:lnTo>
                <a:lnTo>
                  <a:pt x="34909" y="91636"/>
                </a:lnTo>
                <a:lnTo>
                  <a:pt x="34909" y="26182"/>
                </a:lnTo>
                <a:lnTo>
                  <a:pt x="139636" y="26182"/>
                </a:lnTo>
                <a:lnTo>
                  <a:pt x="139636" y="91636"/>
                </a:lnTo>
                <a:lnTo>
                  <a:pt x="157091" y="91636"/>
                </a:lnTo>
                <a:lnTo>
                  <a:pt x="157091" y="26182"/>
                </a:lnTo>
                <a:cubicBezTo>
                  <a:pt x="157091" y="16555"/>
                  <a:pt x="149264" y="8727"/>
                  <a:pt x="139636" y="8727"/>
                </a:cubicBezTo>
                <a:lnTo>
                  <a:pt x="34909" y="8727"/>
                </a:lnTo>
                <a:close/>
                <a:moveTo>
                  <a:pt x="5236" y="104727"/>
                </a:moveTo>
                <a:cubicBezTo>
                  <a:pt x="2345" y="104727"/>
                  <a:pt x="0" y="107073"/>
                  <a:pt x="0" y="109964"/>
                </a:cubicBezTo>
                <a:cubicBezTo>
                  <a:pt x="0" y="121527"/>
                  <a:pt x="9382" y="130909"/>
                  <a:pt x="20945" y="130909"/>
                </a:cubicBezTo>
                <a:lnTo>
                  <a:pt x="153600" y="130909"/>
                </a:lnTo>
                <a:cubicBezTo>
                  <a:pt x="165164" y="130909"/>
                  <a:pt x="174545" y="121527"/>
                  <a:pt x="174545" y="109964"/>
                </a:cubicBezTo>
                <a:cubicBezTo>
                  <a:pt x="174545" y="107073"/>
                  <a:pt x="172200" y="104727"/>
                  <a:pt x="169309" y="104727"/>
                </a:cubicBezTo>
                <a:lnTo>
                  <a:pt x="5236" y="104727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1117091" y="2129455"/>
            <a:ext cx="2600727" cy="244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7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Computer/Laptop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17091" y="2408727"/>
            <a:ext cx="2592000" cy="209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Minimum 4 GB RAM for smooth operation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23636" y="2862545"/>
            <a:ext cx="5314909" cy="768000"/>
          </a:xfrm>
          <a:custGeom>
            <a:avLst/>
            <a:gdLst/>
            <a:ahLst/>
            <a:cxnLst/>
            <a:rect l="l" t="t" r="r" b="b"/>
            <a:pathLst>
              <a:path w="5314909" h="768000">
                <a:moveTo>
                  <a:pt x="104724" y="0"/>
                </a:moveTo>
                <a:lnTo>
                  <a:pt x="5210185" y="0"/>
                </a:lnTo>
                <a:cubicBezTo>
                  <a:pt x="5268022" y="0"/>
                  <a:pt x="5314909" y="46887"/>
                  <a:pt x="5314909" y="104724"/>
                </a:cubicBezTo>
                <a:lnTo>
                  <a:pt x="5314909" y="663276"/>
                </a:lnTo>
                <a:cubicBezTo>
                  <a:pt x="5314909" y="721113"/>
                  <a:pt x="5268022" y="768000"/>
                  <a:pt x="5210185" y="768000"/>
                </a:cubicBezTo>
                <a:lnTo>
                  <a:pt x="104724" y="768000"/>
                </a:lnTo>
                <a:cubicBezTo>
                  <a:pt x="46887" y="768000"/>
                  <a:pt x="0" y="721113"/>
                  <a:pt x="0" y="663276"/>
                </a:cubicBezTo>
                <a:lnTo>
                  <a:pt x="0" y="104724"/>
                </a:lnTo>
                <a:cubicBezTo>
                  <a:pt x="0" y="46925"/>
                  <a:pt x="46925" y="0"/>
                  <a:pt x="104724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663273" y="3002182"/>
            <a:ext cx="349091" cy="349091"/>
          </a:xfrm>
          <a:custGeom>
            <a:avLst/>
            <a:gdLst/>
            <a:ahLst/>
            <a:cxnLst/>
            <a:rect l="l" t="t" r="r" b="b"/>
            <a:pathLst>
              <a:path w="349091" h="349091">
                <a:moveTo>
                  <a:pt x="69818" y="0"/>
                </a:moveTo>
                <a:lnTo>
                  <a:pt x="279273" y="0"/>
                </a:lnTo>
                <a:cubicBezTo>
                  <a:pt x="317832" y="0"/>
                  <a:pt x="349091" y="31259"/>
                  <a:pt x="349091" y="69818"/>
                </a:cubicBezTo>
                <a:lnTo>
                  <a:pt x="349091" y="279273"/>
                </a:lnTo>
                <a:cubicBezTo>
                  <a:pt x="349091" y="317832"/>
                  <a:pt x="317832" y="349091"/>
                  <a:pt x="279273" y="349091"/>
                </a:cubicBezTo>
                <a:lnTo>
                  <a:pt x="69818" y="349091"/>
                </a:lnTo>
                <a:cubicBezTo>
                  <a:pt x="31259" y="349091"/>
                  <a:pt x="0" y="317832"/>
                  <a:pt x="0" y="279273"/>
                </a:cubicBezTo>
                <a:lnTo>
                  <a:pt x="0" y="69818"/>
                </a:lnTo>
                <a:cubicBezTo>
                  <a:pt x="0" y="31284"/>
                  <a:pt x="31284" y="0"/>
                  <a:pt x="69818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5" name="Shape 13"/>
          <p:cNvSpPr/>
          <p:nvPr/>
        </p:nvSpPr>
        <p:spPr>
          <a:xfrm>
            <a:off x="759273" y="3106909"/>
            <a:ext cx="157091" cy="139636"/>
          </a:xfrm>
          <a:custGeom>
            <a:avLst/>
            <a:gdLst/>
            <a:ahLst/>
            <a:cxnLst/>
            <a:rect l="l" t="t" r="r" b="b"/>
            <a:pathLst>
              <a:path w="157091" h="139636">
                <a:moveTo>
                  <a:pt x="17455" y="17455"/>
                </a:moveTo>
                <a:cubicBezTo>
                  <a:pt x="7827" y="17455"/>
                  <a:pt x="0" y="25282"/>
                  <a:pt x="0" y="34909"/>
                </a:cubicBezTo>
                <a:lnTo>
                  <a:pt x="0" y="104727"/>
                </a:lnTo>
                <a:cubicBezTo>
                  <a:pt x="0" y="114355"/>
                  <a:pt x="7827" y="122182"/>
                  <a:pt x="17455" y="122182"/>
                </a:cubicBezTo>
                <a:lnTo>
                  <a:pt x="139636" y="122182"/>
                </a:lnTo>
                <a:cubicBezTo>
                  <a:pt x="149264" y="122182"/>
                  <a:pt x="157091" y="114355"/>
                  <a:pt x="157091" y="104727"/>
                </a:cubicBezTo>
                <a:lnTo>
                  <a:pt x="157091" y="34909"/>
                </a:lnTo>
                <a:cubicBezTo>
                  <a:pt x="157091" y="25282"/>
                  <a:pt x="149264" y="17455"/>
                  <a:pt x="139636" y="17455"/>
                </a:cubicBezTo>
                <a:lnTo>
                  <a:pt x="17455" y="17455"/>
                </a:lnTo>
                <a:close/>
                <a:moveTo>
                  <a:pt x="21818" y="34909"/>
                </a:moveTo>
                <a:lnTo>
                  <a:pt x="30545" y="34909"/>
                </a:lnTo>
                <a:cubicBezTo>
                  <a:pt x="32945" y="34909"/>
                  <a:pt x="34909" y="36873"/>
                  <a:pt x="34909" y="39273"/>
                </a:cubicBezTo>
                <a:lnTo>
                  <a:pt x="34909" y="48000"/>
                </a:lnTo>
                <a:cubicBezTo>
                  <a:pt x="34909" y="50400"/>
                  <a:pt x="32945" y="52364"/>
                  <a:pt x="30545" y="52364"/>
                </a:cubicBezTo>
                <a:lnTo>
                  <a:pt x="21818" y="52364"/>
                </a:lnTo>
                <a:cubicBezTo>
                  <a:pt x="19418" y="52364"/>
                  <a:pt x="17455" y="50400"/>
                  <a:pt x="17455" y="48000"/>
                </a:cubicBezTo>
                <a:lnTo>
                  <a:pt x="17455" y="39273"/>
                </a:lnTo>
                <a:cubicBezTo>
                  <a:pt x="17455" y="36873"/>
                  <a:pt x="19418" y="34909"/>
                  <a:pt x="21818" y="34909"/>
                </a:cubicBezTo>
                <a:close/>
                <a:moveTo>
                  <a:pt x="17455" y="65455"/>
                </a:moveTo>
                <a:cubicBezTo>
                  <a:pt x="17455" y="63055"/>
                  <a:pt x="19418" y="61091"/>
                  <a:pt x="21818" y="61091"/>
                </a:cubicBezTo>
                <a:lnTo>
                  <a:pt x="30545" y="61091"/>
                </a:lnTo>
                <a:cubicBezTo>
                  <a:pt x="32945" y="61091"/>
                  <a:pt x="34909" y="63055"/>
                  <a:pt x="34909" y="65455"/>
                </a:cubicBezTo>
                <a:lnTo>
                  <a:pt x="34909" y="74182"/>
                </a:lnTo>
                <a:cubicBezTo>
                  <a:pt x="34909" y="76582"/>
                  <a:pt x="32945" y="78545"/>
                  <a:pt x="30545" y="78545"/>
                </a:cubicBezTo>
                <a:lnTo>
                  <a:pt x="21818" y="78545"/>
                </a:lnTo>
                <a:cubicBezTo>
                  <a:pt x="19418" y="78545"/>
                  <a:pt x="17455" y="76582"/>
                  <a:pt x="17455" y="74182"/>
                </a:cubicBezTo>
                <a:lnTo>
                  <a:pt x="17455" y="65455"/>
                </a:lnTo>
                <a:close/>
                <a:moveTo>
                  <a:pt x="48000" y="34909"/>
                </a:moveTo>
                <a:lnTo>
                  <a:pt x="56727" y="34909"/>
                </a:lnTo>
                <a:cubicBezTo>
                  <a:pt x="59127" y="34909"/>
                  <a:pt x="61091" y="36873"/>
                  <a:pt x="61091" y="39273"/>
                </a:cubicBezTo>
                <a:lnTo>
                  <a:pt x="61091" y="48000"/>
                </a:lnTo>
                <a:cubicBezTo>
                  <a:pt x="61091" y="50400"/>
                  <a:pt x="59127" y="52364"/>
                  <a:pt x="56727" y="52364"/>
                </a:cubicBezTo>
                <a:lnTo>
                  <a:pt x="48000" y="52364"/>
                </a:lnTo>
                <a:cubicBezTo>
                  <a:pt x="45600" y="52364"/>
                  <a:pt x="43636" y="50400"/>
                  <a:pt x="43636" y="48000"/>
                </a:cubicBezTo>
                <a:lnTo>
                  <a:pt x="43636" y="39273"/>
                </a:lnTo>
                <a:cubicBezTo>
                  <a:pt x="43636" y="36873"/>
                  <a:pt x="45600" y="34909"/>
                  <a:pt x="48000" y="34909"/>
                </a:cubicBezTo>
                <a:close/>
                <a:moveTo>
                  <a:pt x="43636" y="65455"/>
                </a:moveTo>
                <a:cubicBezTo>
                  <a:pt x="43636" y="63055"/>
                  <a:pt x="45600" y="61091"/>
                  <a:pt x="48000" y="61091"/>
                </a:cubicBezTo>
                <a:lnTo>
                  <a:pt x="56727" y="61091"/>
                </a:lnTo>
                <a:cubicBezTo>
                  <a:pt x="59127" y="61091"/>
                  <a:pt x="61091" y="63055"/>
                  <a:pt x="61091" y="65455"/>
                </a:cubicBezTo>
                <a:lnTo>
                  <a:pt x="61091" y="74182"/>
                </a:lnTo>
                <a:cubicBezTo>
                  <a:pt x="61091" y="76582"/>
                  <a:pt x="59127" y="78545"/>
                  <a:pt x="56727" y="78545"/>
                </a:cubicBezTo>
                <a:lnTo>
                  <a:pt x="48000" y="78545"/>
                </a:lnTo>
                <a:cubicBezTo>
                  <a:pt x="45600" y="78545"/>
                  <a:pt x="43636" y="76582"/>
                  <a:pt x="43636" y="74182"/>
                </a:cubicBezTo>
                <a:lnTo>
                  <a:pt x="43636" y="65455"/>
                </a:lnTo>
                <a:close/>
                <a:moveTo>
                  <a:pt x="48000" y="87273"/>
                </a:moveTo>
                <a:lnTo>
                  <a:pt x="109091" y="87273"/>
                </a:lnTo>
                <a:cubicBezTo>
                  <a:pt x="111491" y="87273"/>
                  <a:pt x="113455" y="89236"/>
                  <a:pt x="113455" y="91636"/>
                </a:cubicBezTo>
                <a:lnTo>
                  <a:pt x="113455" y="100364"/>
                </a:lnTo>
                <a:cubicBezTo>
                  <a:pt x="113455" y="102764"/>
                  <a:pt x="111491" y="104727"/>
                  <a:pt x="109091" y="104727"/>
                </a:cubicBezTo>
                <a:lnTo>
                  <a:pt x="48000" y="104727"/>
                </a:lnTo>
                <a:cubicBezTo>
                  <a:pt x="45600" y="104727"/>
                  <a:pt x="43636" y="102764"/>
                  <a:pt x="43636" y="100364"/>
                </a:cubicBezTo>
                <a:lnTo>
                  <a:pt x="43636" y="91636"/>
                </a:lnTo>
                <a:cubicBezTo>
                  <a:pt x="43636" y="89236"/>
                  <a:pt x="45600" y="87273"/>
                  <a:pt x="48000" y="87273"/>
                </a:cubicBezTo>
                <a:close/>
                <a:moveTo>
                  <a:pt x="69818" y="39273"/>
                </a:moveTo>
                <a:cubicBezTo>
                  <a:pt x="69818" y="36873"/>
                  <a:pt x="71782" y="34909"/>
                  <a:pt x="74182" y="34909"/>
                </a:cubicBezTo>
                <a:lnTo>
                  <a:pt x="82909" y="34909"/>
                </a:lnTo>
                <a:cubicBezTo>
                  <a:pt x="85309" y="34909"/>
                  <a:pt x="87273" y="36873"/>
                  <a:pt x="87273" y="39273"/>
                </a:cubicBezTo>
                <a:lnTo>
                  <a:pt x="87273" y="48000"/>
                </a:lnTo>
                <a:cubicBezTo>
                  <a:pt x="87273" y="50400"/>
                  <a:pt x="85309" y="52364"/>
                  <a:pt x="82909" y="52364"/>
                </a:cubicBezTo>
                <a:lnTo>
                  <a:pt x="74182" y="52364"/>
                </a:lnTo>
                <a:cubicBezTo>
                  <a:pt x="71782" y="52364"/>
                  <a:pt x="69818" y="50400"/>
                  <a:pt x="69818" y="48000"/>
                </a:cubicBezTo>
                <a:lnTo>
                  <a:pt x="69818" y="39273"/>
                </a:lnTo>
                <a:close/>
                <a:moveTo>
                  <a:pt x="74182" y="61091"/>
                </a:moveTo>
                <a:lnTo>
                  <a:pt x="82909" y="61091"/>
                </a:lnTo>
                <a:cubicBezTo>
                  <a:pt x="85309" y="61091"/>
                  <a:pt x="87273" y="63055"/>
                  <a:pt x="87273" y="65455"/>
                </a:cubicBezTo>
                <a:lnTo>
                  <a:pt x="87273" y="74182"/>
                </a:lnTo>
                <a:cubicBezTo>
                  <a:pt x="87273" y="76582"/>
                  <a:pt x="85309" y="78545"/>
                  <a:pt x="82909" y="78545"/>
                </a:cubicBezTo>
                <a:lnTo>
                  <a:pt x="74182" y="78545"/>
                </a:lnTo>
                <a:cubicBezTo>
                  <a:pt x="71782" y="78545"/>
                  <a:pt x="69818" y="76582"/>
                  <a:pt x="69818" y="74182"/>
                </a:cubicBezTo>
                <a:lnTo>
                  <a:pt x="69818" y="65455"/>
                </a:lnTo>
                <a:cubicBezTo>
                  <a:pt x="69818" y="63055"/>
                  <a:pt x="71782" y="61091"/>
                  <a:pt x="74182" y="61091"/>
                </a:cubicBezTo>
                <a:close/>
                <a:moveTo>
                  <a:pt x="96000" y="39273"/>
                </a:moveTo>
                <a:cubicBezTo>
                  <a:pt x="96000" y="36873"/>
                  <a:pt x="97964" y="34909"/>
                  <a:pt x="100364" y="34909"/>
                </a:cubicBezTo>
                <a:lnTo>
                  <a:pt x="109091" y="34909"/>
                </a:lnTo>
                <a:cubicBezTo>
                  <a:pt x="111491" y="34909"/>
                  <a:pt x="113455" y="36873"/>
                  <a:pt x="113455" y="39273"/>
                </a:cubicBezTo>
                <a:lnTo>
                  <a:pt x="113455" y="48000"/>
                </a:lnTo>
                <a:cubicBezTo>
                  <a:pt x="113455" y="50400"/>
                  <a:pt x="111491" y="52364"/>
                  <a:pt x="109091" y="52364"/>
                </a:cubicBezTo>
                <a:lnTo>
                  <a:pt x="100364" y="52364"/>
                </a:lnTo>
                <a:cubicBezTo>
                  <a:pt x="97964" y="52364"/>
                  <a:pt x="96000" y="50400"/>
                  <a:pt x="96000" y="48000"/>
                </a:cubicBezTo>
                <a:lnTo>
                  <a:pt x="96000" y="39273"/>
                </a:lnTo>
                <a:close/>
                <a:moveTo>
                  <a:pt x="100364" y="61091"/>
                </a:moveTo>
                <a:lnTo>
                  <a:pt x="109091" y="61091"/>
                </a:lnTo>
                <a:cubicBezTo>
                  <a:pt x="111491" y="61091"/>
                  <a:pt x="113455" y="63055"/>
                  <a:pt x="113455" y="65455"/>
                </a:cubicBezTo>
                <a:lnTo>
                  <a:pt x="113455" y="74182"/>
                </a:lnTo>
                <a:cubicBezTo>
                  <a:pt x="113455" y="76582"/>
                  <a:pt x="111491" y="78545"/>
                  <a:pt x="109091" y="78545"/>
                </a:cubicBezTo>
                <a:lnTo>
                  <a:pt x="100364" y="78545"/>
                </a:lnTo>
                <a:cubicBezTo>
                  <a:pt x="97964" y="78545"/>
                  <a:pt x="96000" y="76582"/>
                  <a:pt x="96000" y="74182"/>
                </a:cubicBezTo>
                <a:lnTo>
                  <a:pt x="96000" y="65455"/>
                </a:lnTo>
                <a:cubicBezTo>
                  <a:pt x="96000" y="63055"/>
                  <a:pt x="97964" y="61091"/>
                  <a:pt x="100364" y="61091"/>
                </a:cubicBezTo>
                <a:close/>
                <a:moveTo>
                  <a:pt x="122182" y="39273"/>
                </a:moveTo>
                <a:cubicBezTo>
                  <a:pt x="122182" y="36873"/>
                  <a:pt x="124145" y="34909"/>
                  <a:pt x="126545" y="34909"/>
                </a:cubicBezTo>
                <a:lnTo>
                  <a:pt x="135273" y="34909"/>
                </a:lnTo>
                <a:cubicBezTo>
                  <a:pt x="137673" y="34909"/>
                  <a:pt x="139636" y="36873"/>
                  <a:pt x="139636" y="39273"/>
                </a:cubicBezTo>
                <a:lnTo>
                  <a:pt x="139636" y="48000"/>
                </a:lnTo>
                <a:cubicBezTo>
                  <a:pt x="139636" y="50400"/>
                  <a:pt x="137673" y="52364"/>
                  <a:pt x="135273" y="52364"/>
                </a:cubicBezTo>
                <a:lnTo>
                  <a:pt x="126545" y="52364"/>
                </a:lnTo>
                <a:cubicBezTo>
                  <a:pt x="124145" y="52364"/>
                  <a:pt x="122182" y="50400"/>
                  <a:pt x="122182" y="48000"/>
                </a:cubicBezTo>
                <a:lnTo>
                  <a:pt x="122182" y="39273"/>
                </a:lnTo>
                <a:close/>
                <a:moveTo>
                  <a:pt x="126545" y="61091"/>
                </a:moveTo>
                <a:lnTo>
                  <a:pt x="135273" y="61091"/>
                </a:lnTo>
                <a:cubicBezTo>
                  <a:pt x="137673" y="61091"/>
                  <a:pt x="139636" y="63055"/>
                  <a:pt x="139636" y="65455"/>
                </a:cubicBezTo>
                <a:lnTo>
                  <a:pt x="139636" y="74182"/>
                </a:lnTo>
                <a:cubicBezTo>
                  <a:pt x="139636" y="76582"/>
                  <a:pt x="137673" y="78545"/>
                  <a:pt x="135273" y="78545"/>
                </a:cubicBezTo>
                <a:lnTo>
                  <a:pt x="126545" y="78545"/>
                </a:lnTo>
                <a:cubicBezTo>
                  <a:pt x="124145" y="78545"/>
                  <a:pt x="122182" y="76582"/>
                  <a:pt x="122182" y="74182"/>
                </a:cubicBezTo>
                <a:lnTo>
                  <a:pt x="122182" y="65455"/>
                </a:lnTo>
                <a:cubicBezTo>
                  <a:pt x="122182" y="63055"/>
                  <a:pt x="124145" y="61091"/>
                  <a:pt x="126545" y="6109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1117091" y="3002182"/>
            <a:ext cx="2539636" cy="244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7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Input Devices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17091" y="3281455"/>
            <a:ext cx="2530909" cy="209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Keyboard and mouse for user interaction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23636" y="3735273"/>
            <a:ext cx="5314909" cy="768000"/>
          </a:xfrm>
          <a:custGeom>
            <a:avLst/>
            <a:gdLst/>
            <a:ahLst/>
            <a:cxnLst/>
            <a:rect l="l" t="t" r="r" b="b"/>
            <a:pathLst>
              <a:path w="5314909" h="768000">
                <a:moveTo>
                  <a:pt x="104724" y="0"/>
                </a:moveTo>
                <a:lnTo>
                  <a:pt x="5210185" y="0"/>
                </a:lnTo>
                <a:cubicBezTo>
                  <a:pt x="5268022" y="0"/>
                  <a:pt x="5314909" y="46887"/>
                  <a:pt x="5314909" y="104724"/>
                </a:cubicBezTo>
                <a:lnTo>
                  <a:pt x="5314909" y="663276"/>
                </a:lnTo>
                <a:cubicBezTo>
                  <a:pt x="5314909" y="721113"/>
                  <a:pt x="5268022" y="768000"/>
                  <a:pt x="5210185" y="768000"/>
                </a:cubicBezTo>
                <a:lnTo>
                  <a:pt x="104724" y="768000"/>
                </a:lnTo>
                <a:cubicBezTo>
                  <a:pt x="46887" y="768000"/>
                  <a:pt x="0" y="721113"/>
                  <a:pt x="0" y="663276"/>
                </a:cubicBezTo>
                <a:lnTo>
                  <a:pt x="0" y="104724"/>
                </a:lnTo>
                <a:cubicBezTo>
                  <a:pt x="0" y="46925"/>
                  <a:pt x="46925" y="0"/>
                  <a:pt x="104724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663273" y="3874909"/>
            <a:ext cx="349091" cy="349091"/>
          </a:xfrm>
          <a:custGeom>
            <a:avLst/>
            <a:gdLst/>
            <a:ahLst/>
            <a:cxnLst/>
            <a:rect l="l" t="t" r="r" b="b"/>
            <a:pathLst>
              <a:path w="349091" h="349091">
                <a:moveTo>
                  <a:pt x="69818" y="0"/>
                </a:moveTo>
                <a:lnTo>
                  <a:pt x="279273" y="0"/>
                </a:lnTo>
                <a:cubicBezTo>
                  <a:pt x="317832" y="0"/>
                  <a:pt x="349091" y="31259"/>
                  <a:pt x="349091" y="69818"/>
                </a:cubicBezTo>
                <a:lnTo>
                  <a:pt x="349091" y="279273"/>
                </a:lnTo>
                <a:cubicBezTo>
                  <a:pt x="349091" y="317832"/>
                  <a:pt x="317832" y="349091"/>
                  <a:pt x="279273" y="349091"/>
                </a:cubicBezTo>
                <a:lnTo>
                  <a:pt x="69818" y="349091"/>
                </a:lnTo>
                <a:cubicBezTo>
                  <a:pt x="31259" y="349091"/>
                  <a:pt x="0" y="317832"/>
                  <a:pt x="0" y="279273"/>
                </a:cubicBezTo>
                <a:lnTo>
                  <a:pt x="0" y="69818"/>
                </a:lnTo>
                <a:cubicBezTo>
                  <a:pt x="0" y="31284"/>
                  <a:pt x="31284" y="0"/>
                  <a:pt x="69818" y="0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20" name="Shape 18"/>
          <p:cNvSpPr/>
          <p:nvPr/>
        </p:nvSpPr>
        <p:spPr>
          <a:xfrm>
            <a:off x="759273" y="3979636"/>
            <a:ext cx="157091" cy="139636"/>
          </a:xfrm>
          <a:custGeom>
            <a:avLst/>
            <a:gdLst/>
            <a:ahLst/>
            <a:cxnLst/>
            <a:rect l="l" t="t" r="r" b="b"/>
            <a:pathLst>
              <a:path w="157091" h="139636">
                <a:moveTo>
                  <a:pt x="78545" y="26182"/>
                </a:moveTo>
                <a:cubicBezTo>
                  <a:pt x="53755" y="26182"/>
                  <a:pt x="31309" y="36000"/>
                  <a:pt x="14809" y="51982"/>
                </a:cubicBezTo>
                <a:cubicBezTo>
                  <a:pt x="11345" y="55336"/>
                  <a:pt x="5809" y="55255"/>
                  <a:pt x="2482" y="51791"/>
                </a:cubicBezTo>
                <a:cubicBezTo>
                  <a:pt x="-845" y="48327"/>
                  <a:pt x="-791" y="42791"/>
                  <a:pt x="2673" y="39464"/>
                </a:cubicBezTo>
                <a:cubicBezTo>
                  <a:pt x="22282" y="20427"/>
                  <a:pt x="49064" y="8727"/>
                  <a:pt x="78545" y="8727"/>
                </a:cubicBezTo>
                <a:cubicBezTo>
                  <a:pt x="108027" y="8727"/>
                  <a:pt x="134809" y="20427"/>
                  <a:pt x="154445" y="39464"/>
                </a:cubicBezTo>
                <a:cubicBezTo>
                  <a:pt x="157909" y="42818"/>
                  <a:pt x="157991" y="48355"/>
                  <a:pt x="154636" y="51791"/>
                </a:cubicBezTo>
                <a:cubicBezTo>
                  <a:pt x="151282" y="55227"/>
                  <a:pt x="145745" y="55336"/>
                  <a:pt x="142309" y="51982"/>
                </a:cubicBezTo>
                <a:cubicBezTo>
                  <a:pt x="125782" y="36000"/>
                  <a:pt x="103336" y="26182"/>
                  <a:pt x="78545" y="26182"/>
                </a:cubicBezTo>
                <a:close/>
                <a:moveTo>
                  <a:pt x="65455" y="117818"/>
                </a:moveTo>
                <a:cubicBezTo>
                  <a:pt x="65455" y="110593"/>
                  <a:pt x="71320" y="104727"/>
                  <a:pt x="78545" y="104727"/>
                </a:cubicBezTo>
                <a:cubicBezTo>
                  <a:pt x="85771" y="104727"/>
                  <a:pt x="91636" y="110593"/>
                  <a:pt x="91636" y="117818"/>
                </a:cubicBezTo>
                <a:cubicBezTo>
                  <a:pt x="91636" y="125043"/>
                  <a:pt x="85771" y="130909"/>
                  <a:pt x="78545" y="130909"/>
                </a:cubicBezTo>
                <a:cubicBezTo>
                  <a:pt x="71320" y="130909"/>
                  <a:pt x="65455" y="125043"/>
                  <a:pt x="65455" y="117818"/>
                </a:cubicBezTo>
                <a:close/>
                <a:moveTo>
                  <a:pt x="45818" y="88964"/>
                </a:moveTo>
                <a:cubicBezTo>
                  <a:pt x="42627" y="92591"/>
                  <a:pt x="37118" y="92918"/>
                  <a:pt x="33491" y="89727"/>
                </a:cubicBezTo>
                <a:cubicBezTo>
                  <a:pt x="29864" y="86536"/>
                  <a:pt x="29536" y="81027"/>
                  <a:pt x="32727" y="77400"/>
                </a:cubicBezTo>
                <a:cubicBezTo>
                  <a:pt x="43909" y="64745"/>
                  <a:pt x="60300" y="56727"/>
                  <a:pt x="78545" y="56727"/>
                </a:cubicBezTo>
                <a:cubicBezTo>
                  <a:pt x="96791" y="56727"/>
                  <a:pt x="113182" y="64745"/>
                  <a:pt x="124364" y="77400"/>
                </a:cubicBezTo>
                <a:cubicBezTo>
                  <a:pt x="127555" y="81027"/>
                  <a:pt x="127200" y="86536"/>
                  <a:pt x="123600" y="89727"/>
                </a:cubicBezTo>
                <a:cubicBezTo>
                  <a:pt x="120000" y="92918"/>
                  <a:pt x="114464" y="92564"/>
                  <a:pt x="111273" y="88964"/>
                </a:cubicBezTo>
                <a:cubicBezTo>
                  <a:pt x="103255" y="79882"/>
                  <a:pt x="91582" y="74182"/>
                  <a:pt x="78545" y="74182"/>
                </a:cubicBezTo>
                <a:cubicBezTo>
                  <a:pt x="65509" y="74182"/>
                  <a:pt x="53836" y="79882"/>
                  <a:pt x="45818" y="8896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1117091" y="3874909"/>
            <a:ext cx="3106909" cy="244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7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Internet Connection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17091" y="4154182"/>
            <a:ext cx="3098182" cy="209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Required for web access and data synchronization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184727" y="1186909"/>
            <a:ext cx="5664000" cy="3787636"/>
          </a:xfrm>
          <a:custGeom>
            <a:avLst/>
            <a:gdLst/>
            <a:ahLst/>
            <a:cxnLst/>
            <a:rect l="l" t="t" r="r" b="b"/>
            <a:pathLst>
              <a:path w="5664000" h="3787636">
                <a:moveTo>
                  <a:pt x="139650" y="0"/>
                </a:moveTo>
                <a:lnTo>
                  <a:pt x="5524350" y="0"/>
                </a:lnTo>
                <a:cubicBezTo>
                  <a:pt x="5601476" y="0"/>
                  <a:pt x="5664000" y="62524"/>
                  <a:pt x="5664000" y="139650"/>
                </a:cubicBezTo>
                <a:lnTo>
                  <a:pt x="5664000" y="3647986"/>
                </a:lnTo>
                <a:cubicBezTo>
                  <a:pt x="5664000" y="3725113"/>
                  <a:pt x="5601476" y="3787636"/>
                  <a:pt x="5524350" y="3787636"/>
                </a:cubicBezTo>
                <a:lnTo>
                  <a:pt x="139650" y="3787636"/>
                </a:lnTo>
                <a:cubicBezTo>
                  <a:pt x="62524" y="3787636"/>
                  <a:pt x="0" y="3725113"/>
                  <a:pt x="0" y="3647986"/>
                </a:cubicBezTo>
                <a:lnTo>
                  <a:pt x="0" y="139650"/>
                </a:lnTo>
                <a:cubicBezTo>
                  <a:pt x="0" y="62575"/>
                  <a:pt x="62575" y="0"/>
                  <a:pt x="139650" y="0"/>
                </a:cubicBezTo>
                <a:close/>
              </a:path>
            </a:pathLst>
          </a:custGeom>
          <a:gradFill rotWithShape="1" flip="none">
            <a:gsLst>
              <a:gs pos="0">
                <a:srgbClr val="D1FAE5"/>
              </a:gs>
              <a:gs pos="100000">
                <a:srgbClr val="A7F3D0"/>
              </a:gs>
            </a:gsLst>
            <a:lin ang="2700000" scaled="1"/>
          </a:gradFill>
          <a:ln/>
        </p:spPr>
      </p:sp>
      <p:sp>
        <p:nvSpPr>
          <p:cNvPr id="24" name="Shape 22"/>
          <p:cNvSpPr/>
          <p:nvPr/>
        </p:nvSpPr>
        <p:spPr>
          <a:xfrm>
            <a:off x="6359273" y="1361455"/>
            <a:ext cx="488727" cy="488727"/>
          </a:xfrm>
          <a:custGeom>
            <a:avLst/>
            <a:gdLst/>
            <a:ahLst/>
            <a:cxnLst/>
            <a:rect l="l" t="t" r="r" b="b"/>
            <a:pathLst>
              <a:path w="488727" h="488727">
                <a:moveTo>
                  <a:pt x="104729" y="0"/>
                </a:moveTo>
                <a:lnTo>
                  <a:pt x="383998" y="0"/>
                </a:lnTo>
                <a:cubicBezTo>
                  <a:pt x="441838" y="0"/>
                  <a:pt x="488727" y="46889"/>
                  <a:pt x="488727" y="104729"/>
                </a:cubicBezTo>
                <a:lnTo>
                  <a:pt x="488727" y="383998"/>
                </a:lnTo>
                <a:cubicBezTo>
                  <a:pt x="488727" y="441838"/>
                  <a:pt x="441838" y="488727"/>
                  <a:pt x="383998" y="488727"/>
                </a:cubicBezTo>
                <a:lnTo>
                  <a:pt x="104729" y="488727"/>
                </a:lnTo>
                <a:cubicBezTo>
                  <a:pt x="46889" y="488727"/>
                  <a:pt x="0" y="441838"/>
                  <a:pt x="0" y="383998"/>
                </a:cubicBezTo>
                <a:lnTo>
                  <a:pt x="0" y="104729"/>
                </a:lnTo>
                <a:cubicBezTo>
                  <a:pt x="0" y="46928"/>
                  <a:pt x="46928" y="0"/>
                  <a:pt x="104729" y="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5" name="Shape 23"/>
          <p:cNvSpPr/>
          <p:nvPr/>
        </p:nvSpPr>
        <p:spPr>
          <a:xfrm>
            <a:off x="6485818" y="1501091"/>
            <a:ext cx="235636" cy="209455"/>
          </a:xfrm>
          <a:custGeom>
            <a:avLst/>
            <a:gdLst/>
            <a:ahLst/>
            <a:cxnLst/>
            <a:rect l="l" t="t" r="r" b="b"/>
            <a:pathLst>
              <a:path w="235636" h="209455">
                <a:moveTo>
                  <a:pt x="147600" y="491"/>
                </a:moveTo>
                <a:cubicBezTo>
                  <a:pt x="140645" y="-1514"/>
                  <a:pt x="133405" y="2536"/>
                  <a:pt x="131400" y="9491"/>
                </a:cubicBezTo>
                <a:lnTo>
                  <a:pt x="79036" y="192764"/>
                </a:lnTo>
                <a:cubicBezTo>
                  <a:pt x="77032" y="199718"/>
                  <a:pt x="81082" y="206959"/>
                  <a:pt x="88036" y="208964"/>
                </a:cubicBezTo>
                <a:cubicBezTo>
                  <a:pt x="94991" y="210968"/>
                  <a:pt x="102232" y="206918"/>
                  <a:pt x="104236" y="199964"/>
                </a:cubicBezTo>
                <a:lnTo>
                  <a:pt x="156600" y="16691"/>
                </a:lnTo>
                <a:cubicBezTo>
                  <a:pt x="158605" y="9736"/>
                  <a:pt x="154555" y="2495"/>
                  <a:pt x="147600" y="491"/>
                </a:cubicBezTo>
                <a:close/>
                <a:moveTo>
                  <a:pt x="174027" y="56168"/>
                </a:moveTo>
                <a:cubicBezTo>
                  <a:pt x="168914" y="61282"/>
                  <a:pt x="168914" y="69586"/>
                  <a:pt x="174027" y="74700"/>
                </a:cubicBezTo>
                <a:lnTo>
                  <a:pt x="204055" y="104727"/>
                </a:lnTo>
                <a:lnTo>
                  <a:pt x="174027" y="134755"/>
                </a:lnTo>
                <a:cubicBezTo>
                  <a:pt x="168914" y="139868"/>
                  <a:pt x="168914" y="148173"/>
                  <a:pt x="174027" y="153286"/>
                </a:cubicBezTo>
                <a:cubicBezTo>
                  <a:pt x="179141" y="158400"/>
                  <a:pt x="187445" y="158400"/>
                  <a:pt x="192559" y="153286"/>
                </a:cubicBezTo>
                <a:lnTo>
                  <a:pt x="231832" y="114014"/>
                </a:lnTo>
                <a:cubicBezTo>
                  <a:pt x="236945" y="108900"/>
                  <a:pt x="236945" y="100595"/>
                  <a:pt x="231832" y="95482"/>
                </a:cubicBezTo>
                <a:lnTo>
                  <a:pt x="192559" y="56209"/>
                </a:lnTo>
                <a:cubicBezTo>
                  <a:pt x="187445" y="51095"/>
                  <a:pt x="179141" y="51095"/>
                  <a:pt x="174027" y="56209"/>
                </a:cubicBezTo>
                <a:close/>
                <a:moveTo>
                  <a:pt x="61650" y="56168"/>
                </a:moveTo>
                <a:cubicBezTo>
                  <a:pt x="56536" y="51055"/>
                  <a:pt x="48232" y="51055"/>
                  <a:pt x="43118" y="56168"/>
                </a:cubicBezTo>
                <a:lnTo>
                  <a:pt x="3845" y="95441"/>
                </a:lnTo>
                <a:cubicBezTo>
                  <a:pt x="-1268" y="100555"/>
                  <a:pt x="-1268" y="108859"/>
                  <a:pt x="3845" y="113973"/>
                </a:cubicBezTo>
                <a:lnTo>
                  <a:pt x="43118" y="153245"/>
                </a:lnTo>
                <a:cubicBezTo>
                  <a:pt x="48232" y="158359"/>
                  <a:pt x="56536" y="158359"/>
                  <a:pt x="61650" y="153245"/>
                </a:cubicBezTo>
                <a:cubicBezTo>
                  <a:pt x="66764" y="148132"/>
                  <a:pt x="66764" y="139827"/>
                  <a:pt x="61650" y="134714"/>
                </a:cubicBezTo>
                <a:lnTo>
                  <a:pt x="31623" y="104727"/>
                </a:lnTo>
                <a:lnTo>
                  <a:pt x="61609" y="74700"/>
                </a:lnTo>
                <a:cubicBezTo>
                  <a:pt x="66723" y="69586"/>
                  <a:pt x="66723" y="61282"/>
                  <a:pt x="61609" y="5616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6952727" y="1448727"/>
            <a:ext cx="2845091" cy="314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62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Software Requirements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359273" y="1989818"/>
            <a:ext cx="2618182" cy="890182"/>
          </a:xfrm>
          <a:custGeom>
            <a:avLst/>
            <a:gdLst/>
            <a:ahLst/>
            <a:cxnLst/>
            <a:rect l="l" t="t" r="r" b="b"/>
            <a:pathLst>
              <a:path w="2618182" h="890182">
                <a:moveTo>
                  <a:pt x="69817" y="0"/>
                </a:moveTo>
                <a:lnTo>
                  <a:pt x="2548365" y="0"/>
                </a:lnTo>
                <a:cubicBezTo>
                  <a:pt x="2586898" y="0"/>
                  <a:pt x="2618182" y="31284"/>
                  <a:pt x="2618182" y="69817"/>
                </a:cubicBezTo>
                <a:lnTo>
                  <a:pt x="2618182" y="820365"/>
                </a:lnTo>
                <a:cubicBezTo>
                  <a:pt x="2618182" y="858924"/>
                  <a:pt x="2586924" y="890182"/>
                  <a:pt x="2548365" y="890182"/>
                </a:cubicBezTo>
                <a:lnTo>
                  <a:pt x="69817" y="890182"/>
                </a:lnTo>
                <a:cubicBezTo>
                  <a:pt x="31284" y="890182"/>
                  <a:pt x="0" y="858898"/>
                  <a:pt x="0" y="820365"/>
                </a:cubicBezTo>
                <a:lnTo>
                  <a:pt x="0" y="69817"/>
                </a:lnTo>
                <a:cubicBezTo>
                  <a:pt x="0" y="31258"/>
                  <a:pt x="31258" y="0"/>
                  <a:pt x="69817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7573819" y="2094545"/>
            <a:ext cx="196364" cy="261818"/>
          </a:xfrm>
          <a:custGeom>
            <a:avLst/>
            <a:gdLst/>
            <a:ahLst/>
            <a:cxnLst/>
            <a:rect l="l" t="t" r="r" b="b"/>
            <a:pathLst>
              <a:path w="196364" h="261818">
                <a:moveTo>
                  <a:pt x="0" y="16364"/>
                </a:moveTo>
                <a:lnTo>
                  <a:pt x="17847" y="218761"/>
                </a:lnTo>
                <a:lnTo>
                  <a:pt x="97926" y="245455"/>
                </a:lnTo>
                <a:lnTo>
                  <a:pt x="178517" y="218761"/>
                </a:lnTo>
                <a:lnTo>
                  <a:pt x="196364" y="16364"/>
                </a:lnTo>
                <a:lnTo>
                  <a:pt x="0" y="16364"/>
                </a:lnTo>
                <a:close/>
                <a:moveTo>
                  <a:pt x="157602" y="81767"/>
                </a:moveTo>
                <a:lnTo>
                  <a:pt x="63614" y="81767"/>
                </a:lnTo>
                <a:lnTo>
                  <a:pt x="65710" y="107028"/>
                </a:lnTo>
                <a:lnTo>
                  <a:pt x="155506" y="107028"/>
                </a:lnTo>
                <a:lnTo>
                  <a:pt x="148551" y="182915"/>
                </a:lnTo>
                <a:lnTo>
                  <a:pt x="98489" y="196722"/>
                </a:lnTo>
                <a:lnTo>
                  <a:pt x="98489" y="196875"/>
                </a:lnTo>
                <a:lnTo>
                  <a:pt x="97926" y="196875"/>
                </a:lnTo>
                <a:lnTo>
                  <a:pt x="47455" y="182915"/>
                </a:lnTo>
                <a:lnTo>
                  <a:pt x="44386" y="144153"/>
                </a:lnTo>
                <a:lnTo>
                  <a:pt x="68778" y="144153"/>
                </a:lnTo>
                <a:lnTo>
                  <a:pt x="70568" y="163636"/>
                </a:lnTo>
                <a:lnTo>
                  <a:pt x="97926" y="171051"/>
                </a:lnTo>
                <a:lnTo>
                  <a:pt x="125386" y="163636"/>
                </a:lnTo>
                <a:lnTo>
                  <a:pt x="128455" y="131830"/>
                </a:lnTo>
                <a:lnTo>
                  <a:pt x="43108" y="131830"/>
                </a:lnTo>
                <a:lnTo>
                  <a:pt x="36562" y="57375"/>
                </a:lnTo>
                <a:lnTo>
                  <a:pt x="159852" y="57375"/>
                </a:lnTo>
                <a:lnTo>
                  <a:pt x="157602" y="81767"/>
                </a:lnTo>
                <a:close/>
              </a:path>
            </a:pathLst>
          </a:custGeom>
          <a:solidFill>
            <a:srgbClr val="E34F26"/>
          </a:solidFill>
          <a:ln/>
        </p:spPr>
      </p:sp>
      <p:sp>
        <p:nvSpPr>
          <p:cNvPr id="29" name="Text 27"/>
          <p:cNvSpPr/>
          <p:nvPr/>
        </p:nvSpPr>
        <p:spPr>
          <a:xfrm>
            <a:off x="6429091" y="2426182"/>
            <a:ext cx="2478545" cy="209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HTML5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437818" y="2635636"/>
            <a:ext cx="2461091" cy="13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25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Structure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9050182" y="1989818"/>
            <a:ext cx="2618182" cy="890182"/>
          </a:xfrm>
          <a:custGeom>
            <a:avLst/>
            <a:gdLst/>
            <a:ahLst/>
            <a:cxnLst/>
            <a:rect l="l" t="t" r="r" b="b"/>
            <a:pathLst>
              <a:path w="2618182" h="890182">
                <a:moveTo>
                  <a:pt x="69817" y="0"/>
                </a:moveTo>
                <a:lnTo>
                  <a:pt x="2548365" y="0"/>
                </a:lnTo>
                <a:cubicBezTo>
                  <a:pt x="2586898" y="0"/>
                  <a:pt x="2618182" y="31284"/>
                  <a:pt x="2618182" y="69817"/>
                </a:cubicBezTo>
                <a:lnTo>
                  <a:pt x="2618182" y="820365"/>
                </a:lnTo>
                <a:cubicBezTo>
                  <a:pt x="2618182" y="858924"/>
                  <a:pt x="2586924" y="890182"/>
                  <a:pt x="2548365" y="890182"/>
                </a:cubicBezTo>
                <a:lnTo>
                  <a:pt x="69817" y="890182"/>
                </a:lnTo>
                <a:cubicBezTo>
                  <a:pt x="31284" y="890182"/>
                  <a:pt x="0" y="858898"/>
                  <a:pt x="0" y="820365"/>
                </a:cubicBezTo>
                <a:lnTo>
                  <a:pt x="0" y="69817"/>
                </a:lnTo>
                <a:cubicBezTo>
                  <a:pt x="0" y="31258"/>
                  <a:pt x="31258" y="0"/>
                  <a:pt x="69817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2" name="Shape 30"/>
          <p:cNvSpPr/>
          <p:nvPr/>
        </p:nvSpPr>
        <p:spPr>
          <a:xfrm>
            <a:off x="10264728" y="2094545"/>
            <a:ext cx="196364" cy="261818"/>
          </a:xfrm>
          <a:custGeom>
            <a:avLst/>
            <a:gdLst/>
            <a:ahLst/>
            <a:cxnLst/>
            <a:rect l="l" t="t" r="r" b="b"/>
            <a:pathLst>
              <a:path w="196364" h="261818">
                <a:moveTo>
                  <a:pt x="0" y="16364"/>
                </a:moveTo>
                <a:lnTo>
                  <a:pt x="17847" y="218761"/>
                </a:lnTo>
                <a:lnTo>
                  <a:pt x="98182" y="245455"/>
                </a:lnTo>
                <a:lnTo>
                  <a:pt x="178517" y="218761"/>
                </a:lnTo>
                <a:lnTo>
                  <a:pt x="196364" y="16364"/>
                </a:lnTo>
                <a:lnTo>
                  <a:pt x="0" y="16364"/>
                </a:lnTo>
                <a:close/>
                <a:moveTo>
                  <a:pt x="160108" y="57273"/>
                </a:moveTo>
                <a:lnTo>
                  <a:pt x="157653" y="81460"/>
                </a:lnTo>
                <a:lnTo>
                  <a:pt x="98693" y="106670"/>
                </a:lnTo>
                <a:lnTo>
                  <a:pt x="98540" y="106722"/>
                </a:lnTo>
                <a:lnTo>
                  <a:pt x="155557" y="106722"/>
                </a:lnTo>
                <a:lnTo>
                  <a:pt x="149011" y="181688"/>
                </a:lnTo>
                <a:lnTo>
                  <a:pt x="98795" y="196364"/>
                </a:lnTo>
                <a:lnTo>
                  <a:pt x="48273" y="181432"/>
                </a:lnTo>
                <a:lnTo>
                  <a:pt x="45000" y="143642"/>
                </a:lnTo>
                <a:lnTo>
                  <a:pt x="70006" y="143642"/>
                </a:lnTo>
                <a:lnTo>
                  <a:pt x="71642" y="163227"/>
                </a:lnTo>
                <a:lnTo>
                  <a:pt x="98540" y="170028"/>
                </a:lnTo>
                <a:lnTo>
                  <a:pt x="126511" y="162153"/>
                </a:lnTo>
                <a:lnTo>
                  <a:pt x="128403" y="130653"/>
                </a:lnTo>
                <a:lnTo>
                  <a:pt x="43364" y="130398"/>
                </a:lnTo>
                <a:lnTo>
                  <a:pt x="43364" y="130347"/>
                </a:lnTo>
                <a:lnTo>
                  <a:pt x="43261" y="130398"/>
                </a:lnTo>
                <a:lnTo>
                  <a:pt x="41420" y="106722"/>
                </a:lnTo>
                <a:lnTo>
                  <a:pt x="98744" y="82841"/>
                </a:lnTo>
                <a:lnTo>
                  <a:pt x="102068" y="81460"/>
                </a:lnTo>
                <a:lnTo>
                  <a:pt x="39222" y="81460"/>
                </a:lnTo>
                <a:lnTo>
                  <a:pt x="36256" y="57273"/>
                </a:lnTo>
                <a:lnTo>
                  <a:pt x="160108" y="57273"/>
                </a:lnTo>
                <a:close/>
              </a:path>
            </a:pathLst>
          </a:custGeom>
          <a:solidFill>
            <a:srgbClr val="1572B6"/>
          </a:solidFill>
          <a:ln/>
        </p:spPr>
      </p:sp>
      <p:sp>
        <p:nvSpPr>
          <p:cNvPr id="33" name="Text 31"/>
          <p:cNvSpPr/>
          <p:nvPr/>
        </p:nvSpPr>
        <p:spPr>
          <a:xfrm>
            <a:off x="9120000" y="2426182"/>
            <a:ext cx="2478545" cy="209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CSS3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128727" y="2635636"/>
            <a:ext cx="2461091" cy="13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25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Styling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59273" y="2949818"/>
            <a:ext cx="2618182" cy="890182"/>
          </a:xfrm>
          <a:custGeom>
            <a:avLst/>
            <a:gdLst/>
            <a:ahLst/>
            <a:cxnLst/>
            <a:rect l="l" t="t" r="r" b="b"/>
            <a:pathLst>
              <a:path w="2618182" h="890182">
                <a:moveTo>
                  <a:pt x="69817" y="0"/>
                </a:moveTo>
                <a:lnTo>
                  <a:pt x="2548365" y="0"/>
                </a:lnTo>
                <a:cubicBezTo>
                  <a:pt x="2586898" y="0"/>
                  <a:pt x="2618182" y="31284"/>
                  <a:pt x="2618182" y="69817"/>
                </a:cubicBezTo>
                <a:lnTo>
                  <a:pt x="2618182" y="820365"/>
                </a:lnTo>
                <a:cubicBezTo>
                  <a:pt x="2618182" y="858924"/>
                  <a:pt x="2586924" y="890182"/>
                  <a:pt x="2548365" y="890182"/>
                </a:cubicBezTo>
                <a:lnTo>
                  <a:pt x="69817" y="890182"/>
                </a:lnTo>
                <a:cubicBezTo>
                  <a:pt x="31284" y="890182"/>
                  <a:pt x="0" y="858898"/>
                  <a:pt x="0" y="820365"/>
                </a:cubicBezTo>
                <a:lnTo>
                  <a:pt x="0" y="69817"/>
                </a:lnTo>
                <a:cubicBezTo>
                  <a:pt x="0" y="31258"/>
                  <a:pt x="31258" y="0"/>
                  <a:pt x="69817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6" name="Shape 34"/>
          <p:cNvSpPr/>
          <p:nvPr/>
        </p:nvSpPr>
        <p:spPr>
          <a:xfrm>
            <a:off x="7557455" y="3054545"/>
            <a:ext cx="229091" cy="261818"/>
          </a:xfrm>
          <a:custGeom>
            <a:avLst/>
            <a:gdLst/>
            <a:ahLst/>
            <a:cxnLst/>
            <a:rect l="l" t="t" r="r" b="b"/>
            <a:pathLst>
              <a:path w="229091" h="261818">
                <a:moveTo>
                  <a:pt x="0" y="16364"/>
                </a:moveTo>
                <a:lnTo>
                  <a:pt x="0" y="245455"/>
                </a:lnTo>
                <a:lnTo>
                  <a:pt x="229091" y="245455"/>
                </a:lnTo>
                <a:lnTo>
                  <a:pt x="229091" y="16364"/>
                </a:lnTo>
                <a:lnTo>
                  <a:pt x="0" y="16364"/>
                </a:lnTo>
                <a:close/>
                <a:moveTo>
                  <a:pt x="124670" y="195034"/>
                </a:moveTo>
                <a:cubicBezTo>
                  <a:pt x="124670" y="217330"/>
                  <a:pt x="111580" y="227506"/>
                  <a:pt x="92506" y="227506"/>
                </a:cubicBezTo>
                <a:cubicBezTo>
                  <a:pt x="75273" y="227506"/>
                  <a:pt x="65301" y="218608"/>
                  <a:pt x="60187" y="207818"/>
                </a:cubicBezTo>
                <a:lnTo>
                  <a:pt x="77727" y="197233"/>
                </a:lnTo>
                <a:cubicBezTo>
                  <a:pt x="81102" y="203216"/>
                  <a:pt x="84170" y="208278"/>
                  <a:pt x="91585" y="208278"/>
                </a:cubicBezTo>
                <a:cubicBezTo>
                  <a:pt x="98642" y="208278"/>
                  <a:pt x="103142" y="205517"/>
                  <a:pt x="103142" y="194727"/>
                </a:cubicBezTo>
                <a:lnTo>
                  <a:pt x="103142" y="121551"/>
                </a:lnTo>
                <a:lnTo>
                  <a:pt x="124670" y="121551"/>
                </a:lnTo>
                <a:lnTo>
                  <a:pt x="124670" y="195034"/>
                </a:lnTo>
                <a:close/>
                <a:moveTo>
                  <a:pt x="175602" y="227506"/>
                </a:moveTo>
                <a:cubicBezTo>
                  <a:pt x="155608" y="227506"/>
                  <a:pt x="142670" y="217994"/>
                  <a:pt x="136381" y="205517"/>
                </a:cubicBezTo>
                <a:lnTo>
                  <a:pt x="153920" y="195392"/>
                </a:lnTo>
                <a:cubicBezTo>
                  <a:pt x="158523" y="202909"/>
                  <a:pt x="164557" y="208483"/>
                  <a:pt x="175142" y="208483"/>
                </a:cubicBezTo>
                <a:cubicBezTo>
                  <a:pt x="184040" y="208483"/>
                  <a:pt x="189767" y="204034"/>
                  <a:pt x="189767" y="197847"/>
                </a:cubicBezTo>
                <a:cubicBezTo>
                  <a:pt x="189767" y="190483"/>
                  <a:pt x="183938" y="187875"/>
                  <a:pt x="174068" y="183528"/>
                </a:cubicBezTo>
                <a:lnTo>
                  <a:pt x="168699" y="181227"/>
                </a:lnTo>
                <a:cubicBezTo>
                  <a:pt x="153153" y="174631"/>
                  <a:pt x="142875" y="166295"/>
                  <a:pt x="142875" y="148756"/>
                </a:cubicBezTo>
                <a:cubicBezTo>
                  <a:pt x="142875" y="132597"/>
                  <a:pt x="155199" y="120324"/>
                  <a:pt x="174375" y="120324"/>
                </a:cubicBezTo>
                <a:cubicBezTo>
                  <a:pt x="188080" y="120324"/>
                  <a:pt x="197898" y="125080"/>
                  <a:pt x="204955" y="137557"/>
                </a:cubicBezTo>
                <a:lnTo>
                  <a:pt x="188182" y="148295"/>
                </a:lnTo>
                <a:cubicBezTo>
                  <a:pt x="184500" y="141699"/>
                  <a:pt x="180511" y="139091"/>
                  <a:pt x="174324" y="139091"/>
                </a:cubicBezTo>
                <a:cubicBezTo>
                  <a:pt x="168034" y="139091"/>
                  <a:pt x="164045" y="143080"/>
                  <a:pt x="164045" y="148295"/>
                </a:cubicBezTo>
                <a:cubicBezTo>
                  <a:pt x="164045" y="154739"/>
                  <a:pt x="168034" y="157347"/>
                  <a:pt x="177290" y="161386"/>
                </a:cubicBezTo>
                <a:lnTo>
                  <a:pt x="182659" y="163688"/>
                </a:lnTo>
                <a:cubicBezTo>
                  <a:pt x="200966" y="171511"/>
                  <a:pt x="211244" y="179540"/>
                  <a:pt x="211244" y="197540"/>
                </a:cubicBezTo>
                <a:cubicBezTo>
                  <a:pt x="211244" y="216869"/>
                  <a:pt x="196006" y="227506"/>
                  <a:pt x="175602" y="227506"/>
                </a:cubicBezTo>
                <a:close/>
              </a:path>
            </a:pathLst>
          </a:custGeom>
          <a:solidFill>
            <a:srgbClr val="F7DF1E"/>
          </a:solidFill>
          <a:ln/>
        </p:spPr>
      </p:sp>
      <p:sp>
        <p:nvSpPr>
          <p:cNvPr id="37" name="Text 35"/>
          <p:cNvSpPr/>
          <p:nvPr/>
        </p:nvSpPr>
        <p:spPr>
          <a:xfrm>
            <a:off x="6429091" y="3386182"/>
            <a:ext cx="2478545" cy="209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JavaScript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437818" y="3595636"/>
            <a:ext cx="2461091" cy="13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25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Interactivity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9050182" y="2949818"/>
            <a:ext cx="2618182" cy="890182"/>
          </a:xfrm>
          <a:custGeom>
            <a:avLst/>
            <a:gdLst/>
            <a:ahLst/>
            <a:cxnLst/>
            <a:rect l="l" t="t" r="r" b="b"/>
            <a:pathLst>
              <a:path w="2618182" h="890182">
                <a:moveTo>
                  <a:pt x="69817" y="0"/>
                </a:moveTo>
                <a:lnTo>
                  <a:pt x="2548365" y="0"/>
                </a:lnTo>
                <a:cubicBezTo>
                  <a:pt x="2586898" y="0"/>
                  <a:pt x="2618182" y="31284"/>
                  <a:pt x="2618182" y="69817"/>
                </a:cubicBezTo>
                <a:lnTo>
                  <a:pt x="2618182" y="820365"/>
                </a:lnTo>
                <a:cubicBezTo>
                  <a:pt x="2618182" y="858924"/>
                  <a:pt x="2586924" y="890182"/>
                  <a:pt x="2548365" y="890182"/>
                </a:cubicBezTo>
                <a:lnTo>
                  <a:pt x="69817" y="890182"/>
                </a:lnTo>
                <a:cubicBezTo>
                  <a:pt x="31284" y="890182"/>
                  <a:pt x="0" y="858898"/>
                  <a:pt x="0" y="820365"/>
                </a:cubicBezTo>
                <a:lnTo>
                  <a:pt x="0" y="69817"/>
                </a:lnTo>
                <a:cubicBezTo>
                  <a:pt x="0" y="31258"/>
                  <a:pt x="31258" y="0"/>
                  <a:pt x="69817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0" name="Shape 38"/>
          <p:cNvSpPr/>
          <p:nvPr/>
        </p:nvSpPr>
        <p:spPr>
          <a:xfrm>
            <a:off x="10199273" y="3054545"/>
            <a:ext cx="327273" cy="261818"/>
          </a:xfrm>
          <a:custGeom>
            <a:avLst/>
            <a:gdLst/>
            <a:ahLst/>
            <a:cxnLst/>
            <a:rect l="l" t="t" r="r" b="b"/>
            <a:pathLst>
              <a:path w="327273" h="261818">
                <a:moveTo>
                  <a:pt x="163636" y="53437"/>
                </a:moveTo>
                <a:cubicBezTo>
                  <a:pt x="251284" y="53437"/>
                  <a:pt x="318682" y="90358"/>
                  <a:pt x="318682" y="130909"/>
                </a:cubicBezTo>
                <a:cubicBezTo>
                  <a:pt x="318682" y="171460"/>
                  <a:pt x="251233" y="208381"/>
                  <a:pt x="163636" y="208381"/>
                </a:cubicBezTo>
                <a:cubicBezTo>
                  <a:pt x="75989" y="208381"/>
                  <a:pt x="8591" y="171460"/>
                  <a:pt x="8591" y="130909"/>
                </a:cubicBezTo>
                <a:cubicBezTo>
                  <a:pt x="8591" y="90358"/>
                  <a:pt x="76040" y="53437"/>
                  <a:pt x="163636" y="53437"/>
                </a:cubicBezTo>
                <a:close/>
                <a:moveTo>
                  <a:pt x="163636" y="44847"/>
                </a:moveTo>
                <a:cubicBezTo>
                  <a:pt x="73278" y="44847"/>
                  <a:pt x="0" y="83352"/>
                  <a:pt x="0" y="130909"/>
                </a:cubicBezTo>
                <a:cubicBezTo>
                  <a:pt x="0" y="178466"/>
                  <a:pt x="73278" y="216972"/>
                  <a:pt x="163636" y="216972"/>
                </a:cubicBezTo>
                <a:cubicBezTo>
                  <a:pt x="253994" y="216972"/>
                  <a:pt x="327273" y="178466"/>
                  <a:pt x="327273" y="130909"/>
                </a:cubicBezTo>
                <a:cubicBezTo>
                  <a:pt x="327273" y="83352"/>
                  <a:pt x="253994" y="44847"/>
                  <a:pt x="163636" y="44847"/>
                </a:cubicBezTo>
                <a:close/>
                <a:moveTo>
                  <a:pt x="111580" y="124006"/>
                </a:moveTo>
                <a:cubicBezTo>
                  <a:pt x="107540" y="144716"/>
                  <a:pt x="93273" y="142568"/>
                  <a:pt x="75733" y="142568"/>
                </a:cubicBezTo>
                <a:lnTo>
                  <a:pt x="82739" y="106466"/>
                </a:lnTo>
                <a:cubicBezTo>
                  <a:pt x="102170" y="106466"/>
                  <a:pt x="115364" y="104369"/>
                  <a:pt x="111580" y="124006"/>
                </a:cubicBezTo>
                <a:close/>
                <a:moveTo>
                  <a:pt x="49807" y="179131"/>
                </a:moveTo>
                <a:lnTo>
                  <a:pt x="68574" y="179131"/>
                </a:lnTo>
                <a:lnTo>
                  <a:pt x="73023" y="156222"/>
                </a:lnTo>
                <a:cubicBezTo>
                  <a:pt x="94040" y="156222"/>
                  <a:pt x="107080" y="157756"/>
                  <a:pt x="119148" y="146455"/>
                </a:cubicBezTo>
                <a:cubicBezTo>
                  <a:pt x="132494" y="134182"/>
                  <a:pt x="135972" y="112347"/>
                  <a:pt x="126460" y="101403"/>
                </a:cubicBezTo>
                <a:cubicBezTo>
                  <a:pt x="121500" y="95676"/>
                  <a:pt x="113523" y="92864"/>
                  <a:pt x="102682" y="92864"/>
                </a:cubicBezTo>
                <a:lnTo>
                  <a:pt x="66528" y="92864"/>
                </a:lnTo>
                <a:lnTo>
                  <a:pt x="49807" y="179131"/>
                </a:lnTo>
                <a:close/>
                <a:moveTo>
                  <a:pt x="144767" y="69903"/>
                </a:moveTo>
                <a:lnTo>
                  <a:pt x="163432" y="69903"/>
                </a:lnTo>
                <a:lnTo>
                  <a:pt x="158983" y="92813"/>
                </a:lnTo>
                <a:cubicBezTo>
                  <a:pt x="175091" y="92813"/>
                  <a:pt x="190023" y="91636"/>
                  <a:pt x="197233" y="98284"/>
                </a:cubicBezTo>
                <a:cubicBezTo>
                  <a:pt x="204801" y="105239"/>
                  <a:pt x="201170" y="114136"/>
                  <a:pt x="192989" y="156119"/>
                </a:cubicBezTo>
                <a:lnTo>
                  <a:pt x="174068" y="156119"/>
                </a:lnTo>
                <a:cubicBezTo>
                  <a:pt x="181943" y="115517"/>
                  <a:pt x="183426" y="112142"/>
                  <a:pt x="180563" y="109074"/>
                </a:cubicBezTo>
                <a:cubicBezTo>
                  <a:pt x="177801" y="106108"/>
                  <a:pt x="171511" y="106722"/>
                  <a:pt x="156324" y="106722"/>
                </a:cubicBezTo>
                <a:lnTo>
                  <a:pt x="146710" y="156119"/>
                </a:lnTo>
                <a:lnTo>
                  <a:pt x="128045" y="156119"/>
                </a:lnTo>
                <a:lnTo>
                  <a:pt x="144767" y="69903"/>
                </a:lnTo>
                <a:close/>
                <a:moveTo>
                  <a:pt x="258239" y="124006"/>
                </a:moveTo>
                <a:cubicBezTo>
                  <a:pt x="254148" y="145023"/>
                  <a:pt x="239472" y="142568"/>
                  <a:pt x="222392" y="142568"/>
                </a:cubicBezTo>
                <a:lnTo>
                  <a:pt x="229398" y="106466"/>
                </a:lnTo>
                <a:cubicBezTo>
                  <a:pt x="248932" y="106466"/>
                  <a:pt x="262023" y="104369"/>
                  <a:pt x="258239" y="124006"/>
                </a:cubicBezTo>
                <a:close/>
                <a:moveTo>
                  <a:pt x="196466" y="179131"/>
                </a:moveTo>
                <a:lnTo>
                  <a:pt x="215284" y="179131"/>
                </a:lnTo>
                <a:lnTo>
                  <a:pt x="219733" y="156222"/>
                </a:lnTo>
                <a:cubicBezTo>
                  <a:pt x="241824" y="156222"/>
                  <a:pt x="254045" y="157500"/>
                  <a:pt x="265858" y="146455"/>
                </a:cubicBezTo>
                <a:cubicBezTo>
                  <a:pt x="279205" y="134182"/>
                  <a:pt x="282682" y="112347"/>
                  <a:pt x="273170" y="101403"/>
                </a:cubicBezTo>
                <a:cubicBezTo>
                  <a:pt x="268210" y="95676"/>
                  <a:pt x="260233" y="92864"/>
                  <a:pt x="249392" y="92864"/>
                </a:cubicBezTo>
                <a:lnTo>
                  <a:pt x="213239" y="92864"/>
                </a:lnTo>
                <a:lnTo>
                  <a:pt x="196466" y="179131"/>
                </a:lnTo>
                <a:close/>
              </a:path>
            </a:pathLst>
          </a:custGeom>
          <a:solidFill>
            <a:srgbClr val="777BB4"/>
          </a:solidFill>
          <a:ln/>
        </p:spPr>
      </p:sp>
      <p:sp>
        <p:nvSpPr>
          <p:cNvPr id="41" name="Text 39"/>
          <p:cNvSpPr/>
          <p:nvPr/>
        </p:nvSpPr>
        <p:spPr>
          <a:xfrm>
            <a:off x="9120000" y="3386182"/>
            <a:ext cx="2478545" cy="209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PHP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9128727" y="3595636"/>
            <a:ext cx="2461091" cy="13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25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Server Logic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359273" y="3909818"/>
            <a:ext cx="2618182" cy="890182"/>
          </a:xfrm>
          <a:custGeom>
            <a:avLst/>
            <a:gdLst/>
            <a:ahLst/>
            <a:cxnLst/>
            <a:rect l="l" t="t" r="r" b="b"/>
            <a:pathLst>
              <a:path w="2618182" h="890182">
                <a:moveTo>
                  <a:pt x="69817" y="0"/>
                </a:moveTo>
                <a:lnTo>
                  <a:pt x="2548365" y="0"/>
                </a:lnTo>
                <a:cubicBezTo>
                  <a:pt x="2586898" y="0"/>
                  <a:pt x="2618182" y="31284"/>
                  <a:pt x="2618182" y="69817"/>
                </a:cubicBezTo>
                <a:lnTo>
                  <a:pt x="2618182" y="820365"/>
                </a:lnTo>
                <a:cubicBezTo>
                  <a:pt x="2618182" y="858924"/>
                  <a:pt x="2586924" y="890182"/>
                  <a:pt x="2548365" y="890182"/>
                </a:cubicBezTo>
                <a:lnTo>
                  <a:pt x="69817" y="890182"/>
                </a:lnTo>
                <a:cubicBezTo>
                  <a:pt x="31284" y="890182"/>
                  <a:pt x="0" y="858898"/>
                  <a:pt x="0" y="820365"/>
                </a:cubicBezTo>
                <a:lnTo>
                  <a:pt x="0" y="69817"/>
                </a:lnTo>
                <a:cubicBezTo>
                  <a:pt x="0" y="31258"/>
                  <a:pt x="31258" y="0"/>
                  <a:pt x="69817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4" name="Shape 42"/>
          <p:cNvSpPr/>
          <p:nvPr/>
        </p:nvSpPr>
        <p:spPr>
          <a:xfrm>
            <a:off x="7557455" y="4014545"/>
            <a:ext cx="229091" cy="261818"/>
          </a:xfrm>
          <a:custGeom>
            <a:avLst/>
            <a:gdLst/>
            <a:ahLst/>
            <a:cxnLst/>
            <a:rect l="l" t="t" r="r" b="b"/>
            <a:pathLst>
              <a:path w="229091" h="261818">
                <a:moveTo>
                  <a:pt x="229091" y="105239"/>
                </a:moveTo>
                <a:cubicBezTo>
                  <a:pt x="221523" y="110250"/>
                  <a:pt x="212830" y="114290"/>
                  <a:pt x="203778" y="117511"/>
                </a:cubicBezTo>
                <a:cubicBezTo>
                  <a:pt x="179744" y="126102"/>
                  <a:pt x="148193" y="130909"/>
                  <a:pt x="114545" y="130909"/>
                </a:cubicBezTo>
                <a:cubicBezTo>
                  <a:pt x="80898" y="130909"/>
                  <a:pt x="49295" y="126051"/>
                  <a:pt x="25313" y="117511"/>
                </a:cubicBezTo>
                <a:cubicBezTo>
                  <a:pt x="16313" y="114290"/>
                  <a:pt x="7568" y="110250"/>
                  <a:pt x="0" y="105239"/>
                </a:cubicBezTo>
                <a:lnTo>
                  <a:pt x="0" y="147273"/>
                </a:lnTo>
                <a:cubicBezTo>
                  <a:pt x="0" y="169875"/>
                  <a:pt x="51290" y="188182"/>
                  <a:pt x="114545" y="188182"/>
                </a:cubicBezTo>
                <a:cubicBezTo>
                  <a:pt x="177801" y="188182"/>
                  <a:pt x="229091" y="169875"/>
                  <a:pt x="229091" y="147273"/>
                </a:cubicBezTo>
                <a:lnTo>
                  <a:pt x="229091" y="105239"/>
                </a:lnTo>
                <a:close/>
                <a:moveTo>
                  <a:pt x="229091" y="65455"/>
                </a:moveTo>
                <a:lnTo>
                  <a:pt x="229091" y="40909"/>
                </a:lnTo>
                <a:cubicBezTo>
                  <a:pt x="229091" y="18307"/>
                  <a:pt x="177801" y="0"/>
                  <a:pt x="114545" y="0"/>
                </a:cubicBezTo>
                <a:cubicBezTo>
                  <a:pt x="51290" y="0"/>
                  <a:pt x="0" y="18307"/>
                  <a:pt x="0" y="40909"/>
                </a:cubicBezTo>
                <a:lnTo>
                  <a:pt x="0" y="65455"/>
                </a:lnTo>
                <a:cubicBezTo>
                  <a:pt x="0" y="88057"/>
                  <a:pt x="51290" y="106364"/>
                  <a:pt x="114545" y="106364"/>
                </a:cubicBezTo>
                <a:cubicBezTo>
                  <a:pt x="177801" y="106364"/>
                  <a:pt x="229091" y="88057"/>
                  <a:pt x="229091" y="65455"/>
                </a:cubicBezTo>
                <a:close/>
                <a:moveTo>
                  <a:pt x="203778" y="199330"/>
                </a:moveTo>
                <a:cubicBezTo>
                  <a:pt x="179795" y="207869"/>
                  <a:pt x="148244" y="212727"/>
                  <a:pt x="114545" y="212727"/>
                </a:cubicBezTo>
                <a:cubicBezTo>
                  <a:pt x="80847" y="212727"/>
                  <a:pt x="49295" y="207869"/>
                  <a:pt x="25313" y="199330"/>
                </a:cubicBezTo>
                <a:cubicBezTo>
                  <a:pt x="16313" y="196108"/>
                  <a:pt x="7568" y="192068"/>
                  <a:pt x="0" y="187057"/>
                </a:cubicBezTo>
                <a:lnTo>
                  <a:pt x="0" y="220909"/>
                </a:lnTo>
                <a:cubicBezTo>
                  <a:pt x="0" y="243511"/>
                  <a:pt x="51290" y="261818"/>
                  <a:pt x="114545" y="261818"/>
                </a:cubicBezTo>
                <a:cubicBezTo>
                  <a:pt x="177801" y="261818"/>
                  <a:pt x="229091" y="243511"/>
                  <a:pt x="229091" y="220909"/>
                </a:cubicBezTo>
                <a:lnTo>
                  <a:pt x="229091" y="187057"/>
                </a:lnTo>
                <a:cubicBezTo>
                  <a:pt x="221523" y="192068"/>
                  <a:pt x="212830" y="196108"/>
                  <a:pt x="203778" y="199330"/>
                </a:cubicBezTo>
                <a:close/>
              </a:path>
            </a:pathLst>
          </a:custGeom>
          <a:solidFill>
            <a:srgbClr val="4479A1"/>
          </a:solidFill>
          <a:ln/>
        </p:spPr>
      </p:sp>
      <p:sp>
        <p:nvSpPr>
          <p:cNvPr id="45" name="Text 43"/>
          <p:cNvSpPr/>
          <p:nvPr/>
        </p:nvSpPr>
        <p:spPr>
          <a:xfrm>
            <a:off x="6429091" y="4346182"/>
            <a:ext cx="2478545" cy="209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MySQL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437818" y="4555636"/>
            <a:ext cx="2461091" cy="13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25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Database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9050182" y="3909818"/>
            <a:ext cx="2618182" cy="890182"/>
          </a:xfrm>
          <a:custGeom>
            <a:avLst/>
            <a:gdLst/>
            <a:ahLst/>
            <a:cxnLst/>
            <a:rect l="l" t="t" r="r" b="b"/>
            <a:pathLst>
              <a:path w="2618182" h="890182">
                <a:moveTo>
                  <a:pt x="69817" y="0"/>
                </a:moveTo>
                <a:lnTo>
                  <a:pt x="2548365" y="0"/>
                </a:lnTo>
                <a:cubicBezTo>
                  <a:pt x="2586898" y="0"/>
                  <a:pt x="2618182" y="31284"/>
                  <a:pt x="2618182" y="69817"/>
                </a:cubicBezTo>
                <a:lnTo>
                  <a:pt x="2618182" y="820365"/>
                </a:lnTo>
                <a:cubicBezTo>
                  <a:pt x="2618182" y="858924"/>
                  <a:pt x="2586924" y="890182"/>
                  <a:pt x="2548365" y="890182"/>
                </a:cubicBezTo>
                <a:lnTo>
                  <a:pt x="69817" y="890182"/>
                </a:lnTo>
                <a:cubicBezTo>
                  <a:pt x="31284" y="890182"/>
                  <a:pt x="0" y="858898"/>
                  <a:pt x="0" y="820365"/>
                </a:cubicBezTo>
                <a:lnTo>
                  <a:pt x="0" y="69817"/>
                </a:lnTo>
                <a:cubicBezTo>
                  <a:pt x="0" y="31258"/>
                  <a:pt x="31258" y="0"/>
                  <a:pt x="69817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8" name="Shape 46"/>
          <p:cNvSpPr/>
          <p:nvPr/>
        </p:nvSpPr>
        <p:spPr>
          <a:xfrm>
            <a:off x="10248364" y="4014545"/>
            <a:ext cx="229091" cy="261818"/>
          </a:xfrm>
          <a:custGeom>
            <a:avLst/>
            <a:gdLst/>
            <a:ahLst/>
            <a:cxnLst/>
            <a:rect l="l" t="t" r="r" b="b"/>
            <a:pathLst>
              <a:path w="229091" h="261818">
                <a:moveTo>
                  <a:pt x="32727" y="16364"/>
                </a:moveTo>
                <a:cubicBezTo>
                  <a:pt x="14676" y="16364"/>
                  <a:pt x="0" y="31040"/>
                  <a:pt x="0" y="49091"/>
                </a:cubicBezTo>
                <a:lnTo>
                  <a:pt x="0" y="81818"/>
                </a:lnTo>
                <a:cubicBezTo>
                  <a:pt x="0" y="99869"/>
                  <a:pt x="14676" y="114545"/>
                  <a:pt x="32727" y="114545"/>
                </a:cubicBezTo>
                <a:lnTo>
                  <a:pt x="196364" y="114545"/>
                </a:lnTo>
                <a:cubicBezTo>
                  <a:pt x="214415" y="114545"/>
                  <a:pt x="229091" y="99869"/>
                  <a:pt x="229091" y="81818"/>
                </a:cubicBezTo>
                <a:lnTo>
                  <a:pt x="229091" y="49091"/>
                </a:lnTo>
                <a:cubicBezTo>
                  <a:pt x="229091" y="31040"/>
                  <a:pt x="214415" y="16364"/>
                  <a:pt x="196364" y="16364"/>
                </a:cubicBezTo>
                <a:lnTo>
                  <a:pt x="32727" y="16364"/>
                </a:lnTo>
                <a:close/>
                <a:moveTo>
                  <a:pt x="143182" y="53182"/>
                </a:moveTo>
                <a:cubicBezTo>
                  <a:pt x="149955" y="53182"/>
                  <a:pt x="155455" y="58681"/>
                  <a:pt x="155455" y="65455"/>
                </a:cubicBezTo>
                <a:cubicBezTo>
                  <a:pt x="155455" y="72228"/>
                  <a:pt x="149955" y="77727"/>
                  <a:pt x="143182" y="77727"/>
                </a:cubicBezTo>
                <a:cubicBezTo>
                  <a:pt x="136408" y="77727"/>
                  <a:pt x="130909" y="72228"/>
                  <a:pt x="130909" y="65455"/>
                </a:cubicBezTo>
                <a:cubicBezTo>
                  <a:pt x="130909" y="58681"/>
                  <a:pt x="136408" y="53182"/>
                  <a:pt x="143182" y="53182"/>
                </a:cubicBezTo>
                <a:close/>
                <a:moveTo>
                  <a:pt x="171818" y="65455"/>
                </a:moveTo>
                <a:cubicBezTo>
                  <a:pt x="171818" y="58681"/>
                  <a:pt x="177317" y="53182"/>
                  <a:pt x="184091" y="53182"/>
                </a:cubicBezTo>
                <a:cubicBezTo>
                  <a:pt x="190864" y="53182"/>
                  <a:pt x="196364" y="58681"/>
                  <a:pt x="196364" y="65455"/>
                </a:cubicBezTo>
                <a:cubicBezTo>
                  <a:pt x="196364" y="72228"/>
                  <a:pt x="190864" y="77727"/>
                  <a:pt x="184091" y="77727"/>
                </a:cubicBezTo>
                <a:cubicBezTo>
                  <a:pt x="177317" y="77727"/>
                  <a:pt x="171818" y="72228"/>
                  <a:pt x="171818" y="65455"/>
                </a:cubicBezTo>
                <a:close/>
                <a:moveTo>
                  <a:pt x="32727" y="147273"/>
                </a:moveTo>
                <a:cubicBezTo>
                  <a:pt x="14676" y="147273"/>
                  <a:pt x="0" y="161949"/>
                  <a:pt x="0" y="180000"/>
                </a:cubicBezTo>
                <a:lnTo>
                  <a:pt x="0" y="212727"/>
                </a:lnTo>
                <a:cubicBezTo>
                  <a:pt x="0" y="230778"/>
                  <a:pt x="14676" y="245455"/>
                  <a:pt x="32727" y="245455"/>
                </a:cubicBezTo>
                <a:lnTo>
                  <a:pt x="196364" y="245455"/>
                </a:lnTo>
                <a:cubicBezTo>
                  <a:pt x="214415" y="245455"/>
                  <a:pt x="229091" y="230778"/>
                  <a:pt x="229091" y="212727"/>
                </a:cubicBezTo>
                <a:lnTo>
                  <a:pt x="229091" y="180000"/>
                </a:lnTo>
                <a:cubicBezTo>
                  <a:pt x="229091" y="161949"/>
                  <a:pt x="214415" y="147273"/>
                  <a:pt x="196364" y="147273"/>
                </a:cubicBezTo>
                <a:lnTo>
                  <a:pt x="32727" y="147273"/>
                </a:lnTo>
                <a:close/>
                <a:moveTo>
                  <a:pt x="143182" y="184091"/>
                </a:moveTo>
                <a:cubicBezTo>
                  <a:pt x="149955" y="184091"/>
                  <a:pt x="155455" y="189590"/>
                  <a:pt x="155455" y="196364"/>
                </a:cubicBezTo>
                <a:cubicBezTo>
                  <a:pt x="155455" y="203137"/>
                  <a:pt x="149955" y="208636"/>
                  <a:pt x="143182" y="208636"/>
                </a:cubicBezTo>
                <a:cubicBezTo>
                  <a:pt x="136408" y="208636"/>
                  <a:pt x="130909" y="203137"/>
                  <a:pt x="130909" y="196364"/>
                </a:cubicBezTo>
                <a:cubicBezTo>
                  <a:pt x="130909" y="189590"/>
                  <a:pt x="136408" y="184091"/>
                  <a:pt x="143182" y="184091"/>
                </a:cubicBezTo>
                <a:close/>
                <a:moveTo>
                  <a:pt x="171818" y="196364"/>
                </a:moveTo>
                <a:cubicBezTo>
                  <a:pt x="171818" y="189590"/>
                  <a:pt x="177317" y="184091"/>
                  <a:pt x="184091" y="184091"/>
                </a:cubicBezTo>
                <a:cubicBezTo>
                  <a:pt x="190864" y="184091"/>
                  <a:pt x="196364" y="189590"/>
                  <a:pt x="196364" y="196364"/>
                </a:cubicBezTo>
                <a:cubicBezTo>
                  <a:pt x="196364" y="203137"/>
                  <a:pt x="190864" y="208636"/>
                  <a:pt x="184091" y="208636"/>
                </a:cubicBezTo>
                <a:cubicBezTo>
                  <a:pt x="177317" y="208636"/>
                  <a:pt x="171818" y="203137"/>
                  <a:pt x="171818" y="196364"/>
                </a:cubicBezTo>
                <a:close/>
              </a:path>
            </a:pathLst>
          </a:custGeom>
          <a:solidFill>
            <a:srgbClr val="FB7E14"/>
          </a:solidFill>
          <a:ln/>
        </p:spPr>
      </p:sp>
      <p:sp>
        <p:nvSpPr>
          <p:cNvPr id="49" name="Text 47"/>
          <p:cNvSpPr/>
          <p:nvPr/>
        </p:nvSpPr>
        <p:spPr>
          <a:xfrm>
            <a:off x="9120000" y="4346182"/>
            <a:ext cx="2478545" cy="209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XAMPP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9128727" y="4555636"/>
            <a:ext cx="2461091" cy="13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25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Server Stack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184727" y="5114182"/>
            <a:ext cx="5664000" cy="1745455"/>
          </a:xfrm>
          <a:custGeom>
            <a:avLst/>
            <a:gdLst/>
            <a:ahLst/>
            <a:cxnLst/>
            <a:rect l="l" t="t" r="r" b="b"/>
            <a:pathLst>
              <a:path w="5664000" h="1745455">
                <a:moveTo>
                  <a:pt x="104727" y="0"/>
                </a:moveTo>
                <a:lnTo>
                  <a:pt x="5559273" y="0"/>
                </a:lnTo>
                <a:cubicBezTo>
                  <a:pt x="5617112" y="0"/>
                  <a:pt x="5664000" y="46888"/>
                  <a:pt x="5664000" y="104727"/>
                </a:cubicBezTo>
                <a:lnTo>
                  <a:pt x="5664000" y="1640727"/>
                </a:lnTo>
                <a:cubicBezTo>
                  <a:pt x="5664000" y="1698567"/>
                  <a:pt x="5617112" y="1745455"/>
                  <a:pt x="5559273" y="1745455"/>
                </a:cubicBezTo>
                <a:lnTo>
                  <a:pt x="104727" y="1745455"/>
                </a:lnTo>
                <a:cubicBezTo>
                  <a:pt x="46888" y="1745455"/>
                  <a:pt x="0" y="1698567"/>
                  <a:pt x="0" y="1640727"/>
                </a:cubicBezTo>
                <a:lnTo>
                  <a:pt x="0" y="104727"/>
                </a:lnTo>
                <a:cubicBezTo>
                  <a:pt x="0" y="46927"/>
                  <a:pt x="46927" y="0"/>
                  <a:pt x="104727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52" name="Shape 50"/>
          <p:cNvSpPr/>
          <p:nvPr/>
        </p:nvSpPr>
        <p:spPr>
          <a:xfrm>
            <a:off x="6335273" y="5288727"/>
            <a:ext cx="196364" cy="174545"/>
          </a:xfrm>
          <a:custGeom>
            <a:avLst/>
            <a:gdLst/>
            <a:ahLst/>
            <a:cxnLst/>
            <a:rect l="l" t="t" r="r" b="b"/>
            <a:pathLst>
              <a:path w="196364" h="174545">
                <a:moveTo>
                  <a:pt x="76398" y="33102"/>
                </a:moveTo>
                <a:lnTo>
                  <a:pt x="76398" y="50011"/>
                </a:lnTo>
                <a:lnTo>
                  <a:pt x="76568" y="50182"/>
                </a:lnTo>
                <a:cubicBezTo>
                  <a:pt x="78784" y="22091"/>
                  <a:pt x="102273" y="0"/>
                  <a:pt x="130943" y="0"/>
                </a:cubicBezTo>
                <a:cubicBezTo>
                  <a:pt x="137795" y="0"/>
                  <a:pt x="144375" y="1261"/>
                  <a:pt x="150409" y="3580"/>
                </a:cubicBezTo>
                <a:cubicBezTo>
                  <a:pt x="153818" y="4875"/>
                  <a:pt x="154432" y="9205"/>
                  <a:pt x="151875" y="11795"/>
                </a:cubicBezTo>
                <a:lnTo>
                  <a:pt x="121636" y="42034"/>
                </a:lnTo>
                <a:cubicBezTo>
                  <a:pt x="120614" y="43057"/>
                  <a:pt x="120034" y="44455"/>
                  <a:pt x="120034" y="45886"/>
                </a:cubicBezTo>
                <a:lnTo>
                  <a:pt x="120034" y="60000"/>
                </a:lnTo>
                <a:cubicBezTo>
                  <a:pt x="120034" y="63000"/>
                  <a:pt x="122489" y="65455"/>
                  <a:pt x="125489" y="65455"/>
                </a:cubicBezTo>
                <a:lnTo>
                  <a:pt x="139602" y="65455"/>
                </a:lnTo>
                <a:cubicBezTo>
                  <a:pt x="141034" y="65455"/>
                  <a:pt x="142432" y="64875"/>
                  <a:pt x="143455" y="63852"/>
                </a:cubicBezTo>
                <a:lnTo>
                  <a:pt x="173693" y="33614"/>
                </a:lnTo>
                <a:cubicBezTo>
                  <a:pt x="176284" y="31023"/>
                  <a:pt x="180614" y="31670"/>
                  <a:pt x="181909" y="35080"/>
                </a:cubicBezTo>
                <a:cubicBezTo>
                  <a:pt x="184227" y="41114"/>
                  <a:pt x="185489" y="47693"/>
                  <a:pt x="185489" y="54545"/>
                </a:cubicBezTo>
                <a:cubicBezTo>
                  <a:pt x="185489" y="75205"/>
                  <a:pt x="174000" y="93205"/>
                  <a:pt x="157023" y="102443"/>
                </a:cubicBezTo>
                <a:lnTo>
                  <a:pt x="184807" y="130227"/>
                </a:lnTo>
                <a:cubicBezTo>
                  <a:pt x="191182" y="136602"/>
                  <a:pt x="191182" y="146966"/>
                  <a:pt x="184807" y="153375"/>
                </a:cubicBezTo>
                <a:lnTo>
                  <a:pt x="164318" y="173864"/>
                </a:lnTo>
                <a:cubicBezTo>
                  <a:pt x="157943" y="180239"/>
                  <a:pt x="147580" y="180239"/>
                  <a:pt x="141170" y="173864"/>
                </a:cubicBezTo>
                <a:lnTo>
                  <a:pt x="98216" y="130909"/>
                </a:lnTo>
                <a:cubicBezTo>
                  <a:pt x="88875" y="121568"/>
                  <a:pt x="86761" y="107761"/>
                  <a:pt x="91909" y="96375"/>
                </a:cubicBezTo>
                <a:lnTo>
                  <a:pt x="60989" y="65455"/>
                </a:lnTo>
                <a:lnTo>
                  <a:pt x="44080" y="65455"/>
                </a:lnTo>
                <a:cubicBezTo>
                  <a:pt x="40432" y="65455"/>
                  <a:pt x="37023" y="63648"/>
                  <a:pt x="35011" y="60614"/>
                </a:cubicBezTo>
                <a:lnTo>
                  <a:pt x="7977" y="20080"/>
                </a:lnTo>
                <a:cubicBezTo>
                  <a:pt x="6545" y="17932"/>
                  <a:pt x="6818" y="15034"/>
                  <a:pt x="8659" y="13193"/>
                </a:cubicBezTo>
                <a:lnTo>
                  <a:pt x="24136" y="-2284"/>
                </a:lnTo>
                <a:cubicBezTo>
                  <a:pt x="25977" y="-4125"/>
                  <a:pt x="28841" y="-4398"/>
                  <a:pt x="31023" y="-2966"/>
                </a:cubicBezTo>
                <a:lnTo>
                  <a:pt x="71557" y="24034"/>
                </a:lnTo>
                <a:cubicBezTo>
                  <a:pt x="74591" y="26045"/>
                  <a:pt x="76398" y="29455"/>
                  <a:pt x="76398" y="33102"/>
                </a:cubicBezTo>
                <a:close/>
                <a:moveTo>
                  <a:pt x="73500" y="101114"/>
                </a:moveTo>
                <a:cubicBezTo>
                  <a:pt x="71352" y="113727"/>
                  <a:pt x="74318" y="127057"/>
                  <a:pt x="82500" y="137727"/>
                </a:cubicBezTo>
                <a:lnTo>
                  <a:pt x="50114" y="170080"/>
                </a:lnTo>
                <a:cubicBezTo>
                  <a:pt x="40534" y="179659"/>
                  <a:pt x="24989" y="179659"/>
                  <a:pt x="15409" y="170080"/>
                </a:cubicBezTo>
                <a:cubicBezTo>
                  <a:pt x="5830" y="160500"/>
                  <a:pt x="5830" y="144955"/>
                  <a:pt x="15409" y="135375"/>
                </a:cubicBezTo>
                <a:lnTo>
                  <a:pt x="61568" y="89216"/>
                </a:lnTo>
                <a:lnTo>
                  <a:pt x="73500" y="101148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53" name="Text 51"/>
          <p:cNvSpPr/>
          <p:nvPr/>
        </p:nvSpPr>
        <p:spPr>
          <a:xfrm>
            <a:off x="6542546" y="5253818"/>
            <a:ext cx="5253818" cy="244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4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Development Tools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324364" y="5602909"/>
            <a:ext cx="2653091" cy="523636"/>
          </a:xfrm>
          <a:custGeom>
            <a:avLst/>
            <a:gdLst/>
            <a:ahLst/>
            <a:cxnLst/>
            <a:rect l="l" t="t" r="r" b="b"/>
            <a:pathLst>
              <a:path w="2653091" h="523636">
                <a:moveTo>
                  <a:pt x="69816" y="0"/>
                </a:moveTo>
                <a:lnTo>
                  <a:pt x="2583274" y="0"/>
                </a:lnTo>
                <a:cubicBezTo>
                  <a:pt x="2621807" y="0"/>
                  <a:pt x="2653091" y="31284"/>
                  <a:pt x="2653091" y="69816"/>
                </a:cubicBezTo>
                <a:lnTo>
                  <a:pt x="2653091" y="453820"/>
                </a:lnTo>
                <a:cubicBezTo>
                  <a:pt x="2653091" y="492353"/>
                  <a:pt x="2621807" y="523636"/>
                  <a:pt x="2583274" y="523636"/>
                </a:cubicBezTo>
                <a:lnTo>
                  <a:pt x="69816" y="523636"/>
                </a:lnTo>
                <a:cubicBezTo>
                  <a:pt x="31284" y="523636"/>
                  <a:pt x="0" y="492353"/>
                  <a:pt x="0" y="453820"/>
                </a:cubicBezTo>
                <a:lnTo>
                  <a:pt x="0" y="69816"/>
                </a:lnTo>
                <a:cubicBezTo>
                  <a:pt x="0" y="31284"/>
                  <a:pt x="31284" y="0"/>
                  <a:pt x="69816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6394182" y="5672727"/>
            <a:ext cx="2583273" cy="209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VS Code / Notepad++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394182" y="5882182"/>
            <a:ext cx="2574545" cy="174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2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Editor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9050182" y="5602909"/>
            <a:ext cx="2653091" cy="523636"/>
          </a:xfrm>
          <a:custGeom>
            <a:avLst/>
            <a:gdLst/>
            <a:ahLst/>
            <a:cxnLst/>
            <a:rect l="l" t="t" r="r" b="b"/>
            <a:pathLst>
              <a:path w="2653091" h="523636">
                <a:moveTo>
                  <a:pt x="69816" y="0"/>
                </a:moveTo>
                <a:lnTo>
                  <a:pt x="2583274" y="0"/>
                </a:lnTo>
                <a:cubicBezTo>
                  <a:pt x="2621807" y="0"/>
                  <a:pt x="2653091" y="31284"/>
                  <a:pt x="2653091" y="69816"/>
                </a:cubicBezTo>
                <a:lnTo>
                  <a:pt x="2653091" y="453820"/>
                </a:lnTo>
                <a:cubicBezTo>
                  <a:pt x="2653091" y="492353"/>
                  <a:pt x="2621807" y="523636"/>
                  <a:pt x="2583274" y="523636"/>
                </a:cubicBezTo>
                <a:lnTo>
                  <a:pt x="69816" y="523636"/>
                </a:lnTo>
                <a:cubicBezTo>
                  <a:pt x="31284" y="523636"/>
                  <a:pt x="0" y="492353"/>
                  <a:pt x="0" y="453820"/>
                </a:cubicBezTo>
                <a:lnTo>
                  <a:pt x="0" y="69816"/>
                </a:lnTo>
                <a:cubicBezTo>
                  <a:pt x="0" y="31284"/>
                  <a:pt x="31284" y="0"/>
                  <a:pt x="69816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9120000" y="5672727"/>
            <a:ext cx="2583273" cy="209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Chart.js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9120000" y="5882182"/>
            <a:ext cx="2574545" cy="174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2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Visualization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324364" y="6196364"/>
            <a:ext cx="2653091" cy="523636"/>
          </a:xfrm>
          <a:custGeom>
            <a:avLst/>
            <a:gdLst/>
            <a:ahLst/>
            <a:cxnLst/>
            <a:rect l="l" t="t" r="r" b="b"/>
            <a:pathLst>
              <a:path w="2653091" h="523636">
                <a:moveTo>
                  <a:pt x="69816" y="0"/>
                </a:moveTo>
                <a:lnTo>
                  <a:pt x="2583274" y="0"/>
                </a:lnTo>
                <a:cubicBezTo>
                  <a:pt x="2621807" y="0"/>
                  <a:pt x="2653091" y="31284"/>
                  <a:pt x="2653091" y="69816"/>
                </a:cubicBezTo>
                <a:lnTo>
                  <a:pt x="2653091" y="453820"/>
                </a:lnTo>
                <a:cubicBezTo>
                  <a:pt x="2653091" y="492353"/>
                  <a:pt x="2621807" y="523636"/>
                  <a:pt x="2583274" y="523636"/>
                </a:cubicBezTo>
                <a:lnTo>
                  <a:pt x="69816" y="523636"/>
                </a:lnTo>
                <a:cubicBezTo>
                  <a:pt x="31284" y="523636"/>
                  <a:pt x="0" y="492353"/>
                  <a:pt x="0" y="453820"/>
                </a:cubicBezTo>
                <a:lnTo>
                  <a:pt x="0" y="69816"/>
                </a:lnTo>
                <a:cubicBezTo>
                  <a:pt x="0" y="31284"/>
                  <a:pt x="31284" y="0"/>
                  <a:pt x="69816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6394182" y="6266182"/>
            <a:ext cx="2583273" cy="209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phpMyAdmin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6394182" y="6475636"/>
            <a:ext cx="2574545" cy="174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2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Database Management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9050182" y="6196364"/>
            <a:ext cx="2653091" cy="523636"/>
          </a:xfrm>
          <a:custGeom>
            <a:avLst/>
            <a:gdLst/>
            <a:ahLst/>
            <a:cxnLst/>
            <a:rect l="l" t="t" r="r" b="b"/>
            <a:pathLst>
              <a:path w="2653091" h="523636">
                <a:moveTo>
                  <a:pt x="69816" y="0"/>
                </a:moveTo>
                <a:lnTo>
                  <a:pt x="2583274" y="0"/>
                </a:lnTo>
                <a:cubicBezTo>
                  <a:pt x="2621807" y="0"/>
                  <a:pt x="2653091" y="31284"/>
                  <a:pt x="2653091" y="69816"/>
                </a:cubicBezTo>
                <a:lnTo>
                  <a:pt x="2653091" y="453820"/>
                </a:lnTo>
                <a:cubicBezTo>
                  <a:pt x="2653091" y="492353"/>
                  <a:pt x="2621807" y="523636"/>
                  <a:pt x="2583274" y="523636"/>
                </a:cubicBezTo>
                <a:lnTo>
                  <a:pt x="69816" y="523636"/>
                </a:lnTo>
                <a:cubicBezTo>
                  <a:pt x="31284" y="523636"/>
                  <a:pt x="0" y="492353"/>
                  <a:pt x="0" y="453820"/>
                </a:cubicBezTo>
                <a:lnTo>
                  <a:pt x="0" y="69816"/>
                </a:lnTo>
                <a:cubicBezTo>
                  <a:pt x="0" y="31284"/>
                  <a:pt x="31284" y="0"/>
                  <a:pt x="69816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64" name="Text 62"/>
          <p:cNvSpPr/>
          <p:nvPr/>
        </p:nvSpPr>
        <p:spPr>
          <a:xfrm>
            <a:off x="9120000" y="6266182"/>
            <a:ext cx="2583273" cy="209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Chrome / Edge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9120000" y="6475636"/>
            <a:ext cx="2574545" cy="174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2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Web Browser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 Management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Development Timeline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295400"/>
            <a:ext cx="11430000" cy="1143000"/>
          </a:xfrm>
          <a:custGeom>
            <a:avLst/>
            <a:gdLst/>
            <a:ahLst/>
            <a:cxnLst/>
            <a:rect l="l" t="t" r="r" b="b"/>
            <a:pathLst>
              <a:path w="11430000" h="1143000">
                <a:moveTo>
                  <a:pt x="152396" y="0"/>
                </a:moveTo>
                <a:lnTo>
                  <a:pt x="11277604" y="0"/>
                </a:lnTo>
                <a:cubicBezTo>
                  <a:pt x="11361770" y="0"/>
                  <a:pt x="11430000" y="68230"/>
                  <a:pt x="11430000" y="152396"/>
                </a:cubicBezTo>
                <a:lnTo>
                  <a:pt x="11430000" y="990604"/>
                </a:lnTo>
                <a:cubicBezTo>
                  <a:pt x="11430000" y="1074770"/>
                  <a:pt x="11361770" y="1143000"/>
                  <a:pt x="11277604" y="1143000"/>
                </a:cubicBezTo>
                <a:lnTo>
                  <a:pt x="152396" y="1143000"/>
                </a:lnTo>
                <a:cubicBezTo>
                  <a:pt x="68230" y="1143000"/>
                  <a:pt x="0" y="1074770"/>
                  <a:pt x="0" y="990604"/>
                </a:cubicBezTo>
                <a:lnTo>
                  <a:pt x="0" y="152396"/>
                </a:lnTo>
                <a:cubicBezTo>
                  <a:pt x="0" y="68230"/>
                  <a:pt x="68230" y="0"/>
                  <a:pt x="152396" y="0"/>
                </a:cubicBezTo>
                <a:close/>
              </a:path>
            </a:pathLst>
          </a:custGeom>
          <a:gradFill rotWithShape="1" flip="none">
            <a:gsLst>
              <a:gs pos="0">
                <a:srgbClr val="2563EB"/>
              </a:gs>
              <a:gs pos="100000">
                <a:srgbClr val="10B981"/>
              </a:gs>
            </a:gsLst>
            <a:lin ang="0" scaled="1"/>
          </a:gradFill>
          <a:ln/>
        </p:spPr>
      </p:sp>
      <p:sp>
        <p:nvSpPr>
          <p:cNvPr id="5" name="Text 3"/>
          <p:cNvSpPr/>
          <p:nvPr/>
        </p:nvSpPr>
        <p:spPr>
          <a:xfrm>
            <a:off x="609600" y="1524000"/>
            <a:ext cx="111156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6-Week Project Schedule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09600" y="1943100"/>
            <a:ext cx="11058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structured development approach from planning to deployment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1000" y="2609850"/>
            <a:ext cx="1809750" cy="3867150"/>
          </a:xfrm>
          <a:custGeom>
            <a:avLst/>
            <a:gdLst/>
            <a:ahLst/>
            <a:cxnLst/>
            <a:rect l="l" t="t" r="r" b="b"/>
            <a:pathLst>
              <a:path w="1809750" h="3867150">
                <a:moveTo>
                  <a:pt x="38100" y="0"/>
                </a:moveTo>
                <a:lnTo>
                  <a:pt x="1771650" y="0"/>
                </a:lnTo>
                <a:cubicBezTo>
                  <a:pt x="1792678" y="0"/>
                  <a:pt x="1809750" y="17072"/>
                  <a:pt x="1809750" y="38100"/>
                </a:cubicBezTo>
                <a:lnTo>
                  <a:pt x="1809750" y="3752846"/>
                </a:lnTo>
                <a:cubicBezTo>
                  <a:pt x="1809750" y="3815974"/>
                  <a:pt x="1758574" y="3867150"/>
                  <a:pt x="1695446" y="3867150"/>
                </a:cubicBezTo>
                <a:lnTo>
                  <a:pt x="114304" y="3867150"/>
                </a:lnTo>
                <a:cubicBezTo>
                  <a:pt x="51176" y="3867150"/>
                  <a:pt x="0" y="3815974"/>
                  <a:pt x="0" y="3752846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81000" y="2609850"/>
            <a:ext cx="1809750" cy="38100"/>
          </a:xfrm>
          <a:custGeom>
            <a:avLst/>
            <a:gdLst/>
            <a:ahLst/>
            <a:cxnLst/>
            <a:rect l="l" t="t" r="r" b="b"/>
            <a:pathLst>
              <a:path w="1809750" h="38100">
                <a:moveTo>
                  <a:pt x="38100" y="0"/>
                </a:moveTo>
                <a:lnTo>
                  <a:pt x="1771650" y="0"/>
                </a:lnTo>
                <a:cubicBezTo>
                  <a:pt x="1792678" y="0"/>
                  <a:pt x="1809750" y="17072"/>
                  <a:pt x="1809750" y="38100"/>
                </a:cubicBezTo>
                <a:lnTo>
                  <a:pt x="180975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9" name="Shape 7"/>
          <p:cNvSpPr/>
          <p:nvPr/>
        </p:nvSpPr>
        <p:spPr>
          <a:xfrm>
            <a:off x="981075" y="27813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923925" y="2781300"/>
            <a:ext cx="7239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5775" y="3467100"/>
            <a:ext cx="1600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Planning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2925" y="38862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784126" y="3848100"/>
            <a:ext cx="13239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Requirements gathering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52450" y="4343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800100" y="4305300"/>
            <a:ext cx="904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design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52450" y="46101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800100" y="4572000"/>
            <a:ext cx="1304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 planning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33400" y="6054727"/>
            <a:ext cx="1504950" cy="6350"/>
          </a:xfrm>
          <a:custGeom>
            <a:avLst/>
            <a:gdLst/>
            <a:ahLst/>
            <a:cxnLst/>
            <a:rect l="l" t="t" r="r" b="b"/>
            <a:pathLst>
              <a:path w="1504950" h="6350">
                <a:moveTo>
                  <a:pt x="0" y="0"/>
                </a:moveTo>
                <a:lnTo>
                  <a:pt x="1504950" y="0"/>
                </a:lnTo>
                <a:lnTo>
                  <a:pt x="1504950" y="6350"/>
                </a:lnTo>
                <a:lnTo>
                  <a:pt x="0" y="635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/>
        </p:spPr>
      </p:sp>
      <p:sp>
        <p:nvSpPr>
          <p:cNvPr id="19" name="Text 17"/>
          <p:cNvSpPr/>
          <p:nvPr/>
        </p:nvSpPr>
        <p:spPr>
          <a:xfrm>
            <a:off x="504825" y="6172200"/>
            <a:ext cx="1562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 1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2305050" y="2609850"/>
            <a:ext cx="1809750" cy="3867150"/>
          </a:xfrm>
          <a:custGeom>
            <a:avLst/>
            <a:gdLst/>
            <a:ahLst/>
            <a:cxnLst/>
            <a:rect l="l" t="t" r="r" b="b"/>
            <a:pathLst>
              <a:path w="1809750" h="3867150">
                <a:moveTo>
                  <a:pt x="38100" y="0"/>
                </a:moveTo>
                <a:lnTo>
                  <a:pt x="1771650" y="0"/>
                </a:lnTo>
                <a:cubicBezTo>
                  <a:pt x="1792678" y="0"/>
                  <a:pt x="1809750" y="17072"/>
                  <a:pt x="1809750" y="38100"/>
                </a:cubicBezTo>
                <a:lnTo>
                  <a:pt x="1809750" y="3752846"/>
                </a:lnTo>
                <a:cubicBezTo>
                  <a:pt x="1809750" y="3815974"/>
                  <a:pt x="1758574" y="3867150"/>
                  <a:pt x="1695446" y="3867150"/>
                </a:cubicBezTo>
                <a:lnTo>
                  <a:pt x="114304" y="3867150"/>
                </a:lnTo>
                <a:cubicBezTo>
                  <a:pt x="51176" y="3867150"/>
                  <a:pt x="0" y="3815974"/>
                  <a:pt x="0" y="3752846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305050" y="2609850"/>
            <a:ext cx="1809750" cy="38100"/>
          </a:xfrm>
          <a:custGeom>
            <a:avLst/>
            <a:gdLst/>
            <a:ahLst/>
            <a:cxnLst/>
            <a:rect l="l" t="t" r="r" b="b"/>
            <a:pathLst>
              <a:path w="1809750" h="38100">
                <a:moveTo>
                  <a:pt x="38100" y="0"/>
                </a:moveTo>
                <a:lnTo>
                  <a:pt x="1771650" y="0"/>
                </a:lnTo>
                <a:cubicBezTo>
                  <a:pt x="1792678" y="0"/>
                  <a:pt x="1809750" y="17072"/>
                  <a:pt x="1809750" y="38100"/>
                </a:cubicBezTo>
                <a:lnTo>
                  <a:pt x="180975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2" name="Shape 20"/>
          <p:cNvSpPr/>
          <p:nvPr/>
        </p:nvSpPr>
        <p:spPr>
          <a:xfrm>
            <a:off x="2905125" y="27813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3" name="Text 21"/>
          <p:cNvSpPr/>
          <p:nvPr/>
        </p:nvSpPr>
        <p:spPr>
          <a:xfrm>
            <a:off x="2847975" y="2781300"/>
            <a:ext cx="7239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409825" y="3467100"/>
            <a:ext cx="1600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Database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2476500" y="38862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6" name="Text 24"/>
          <p:cNvSpPr/>
          <p:nvPr/>
        </p:nvSpPr>
        <p:spPr>
          <a:xfrm>
            <a:off x="2724150" y="3848100"/>
            <a:ext cx="933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Schema design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2476500" y="41529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8" name="Text 26"/>
          <p:cNvSpPr/>
          <p:nvPr/>
        </p:nvSpPr>
        <p:spPr>
          <a:xfrm>
            <a:off x="2724150" y="4114800"/>
            <a:ext cx="838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MySQL setup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2476500" y="44196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0" name="Text 28"/>
          <p:cNvSpPr/>
          <p:nvPr/>
        </p:nvSpPr>
        <p:spPr>
          <a:xfrm>
            <a:off x="2724150" y="4381500"/>
            <a:ext cx="885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Table creation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2457450" y="6054727"/>
            <a:ext cx="1504950" cy="6350"/>
          </a:xfrm>
          <a:custGeom>
            <a:avLst/>
            <a:gdLst/>
            <a:ahLst/>
            <a:cxnLst/>
            <a:rect l="l" t="t" r="r" b="b"/>
            <a:pathLst>
              <a:path w="1504950" h="6350">
                <a:moveTo>
                  <a:pt x="0" y="0"/>
                </a:moveTo>
                <a:lnTo>
                  <a:pt x="1504950" y="0"/>
                </a:lnTo>
                <a:lnTo>
                  <a:pt x="1504950" y="6350"/>
                </a:lnTo>
                <a:lnTo>
                  <a:pt x="0" y="635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/>
        </p:spPr>
      </p:sp>
      <p:sp>
        <p:nvSpPr>
          <p:cNvPr id="32" name="Text 30"/>
          <p:cNvSpPr/>
          <p:nvPr/>
        </p:nvSpPr>
        <p:spPr>
          <a:xfrm>
            <a:off x="2428875" y="6172200"/>
            <a:ext cx="1562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 2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229100" y="2609850"/>
            <a:ext cx="1809750" cy="3867150"/>
          </a:xfrm>
          <a:custGeom>
            <a:avLst/>
            <a:gdLst/>
            <a:ahLst/>
            <a:cxnLst/>
            <a:rect l="l" t="t" r="r" b="b"/>
            <a:pathLst>
              <a:path w="1809750" h="3867150">
                <a:moveTo>
                  <a:pt x="38100" y="0"/>
                </a:moveTo>
                <a:lnTo>
                  <a:pt x="1771650" y="0"/>
                </a:lnTo>
                <a:cubicBezTo>
                  <a:pt x="1792678" y="0"/>
                  <a:pt x="1809750" y="17072"/>
                  <a:pt x="1809750" y="38100"/>
                </a:cubicBezTo>
                <a:lnTo>
                  <a:pt x="1809750" y="3752846"/>
                </a:lnTo>
                <a:cubicBezTo>
                  <a:pt x="1809750" y="3815974"/>
                  <a:pt x="1758574" y="3867150"/>
                  <a:pt x="1695446" y="3867150"/>
                </a:cubicBezTo>
                <a:lnTo>
                  <a:pt x="114304" y="3867150"/>
                </a:lnTo>
                <a:cubicBezTo>
                  <a:pt x="51176" y="3867150"/>
                  <a:pt x="0" y="3815974"/>
                  <a:pt x="0" y="3752846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229100" y="2609850"/>
            <a:ext cx="1809750" cy="38100"/>
          </a:xfrm>
          <a:custGeom>
            <a:avLst/>
            <a:gdLst/>
            <a:ahLst/>
            <a:cxnLst/>
            <a:rect l="l" t="t" r="r" b="b"/>
            <a:pathLst>
              <a:path w="1809750" h="38100">
                <a:moveTo>
                  <a:pt x="38100" y="0"/>
                </a:moveTo>
                <a:lnTo>
                  <a:pt x="1771650" y="0"/>
                </a:lnTo>
                <a:cubicBezTo>
                  <a:pt x="1792678" y="0"/>
                  <a:pt x="1809750" y="17072"/>
                  <a:pt x="1809750" y="38100"/>
                </a:cubicBezTo>
                <a:lnTo>
                  <a:pt x="180975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5" name="Shape 33"/>
          <p:cNvSpPr/>
          <p:nvPr/>
        </p:nvSpPr>
        <p:spPr>
          <a:xfrm>
            <a:off x="4829175" y="27813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6" name="Text 34"/>
          <p:cNvSpPr/>
          <p:nvPr/>
        </p:nvSpPr>
        <p:spPr>
          <a:xfrm>
            <a:off x="4772025" y="2781300"/>
            <a:ext cx="7239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333875" y="3467100"/>
            <a:ext cx="1600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Front-End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391025" y="38862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9" name="Text 37"/>
          <p:cNvSpPr/>
          <p:nvPr/>
        </p:nvSpPr>
        <p:spPr>
          <a:xfrm>
            <a:off x="4625777" y="3848100"/>
            <a:ext cx="13239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HTML/CSS development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395788" y="4343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1" name="Text 39"/>
          <p:cNvSpPr/>
          <p:nvPr/>
        </p:nvSpPr>
        <p:spPr>
          <a:xfrm>
            <a:off x="4642247" y="4305300"/>
            <a:ext cx="1314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JavaScript interactivity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4400550" y="48006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3" name="Text 41"/>
          <p:cNvSpPr/>
          <p:nvPr/>
        </p:nvSpPr>
        <p:spPr>
          <a:xfrm>
            <a:off x="4648200" y="4762500"/>
            <a:ext cx="1133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Responsive design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4381500" y="6054727"/>
            <a:ext cx="1504950" cy="6350"/>
          </a:xfrm>
          <a:custGeom>
            <a:avLst/>
            <a:gdLst/>
            <a:ahLst/>
            <a:cxnLst/>
            <a:rect l="l" t="t" r="r" b="b"/>
            <a:pathLst>
              <a:path w="1504950" h="6350">
                <a:moveTo>
                  <a:pt x="0" y="0"/>
                </a:moveTo>
                <a:lnTo>
                  <a:pt x="1504950" y="0"/>
                </a:lnTo>
                <a:lnTo>
                  <a:pt x="1504950" y="6350"/>
                </a:lnTo>
                <a:lnTo>
                  <a:pt x="0" y="635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/>
        </p:spPr>
      </p:sp>
      <p:sp>
        <p:nvSpPr>
          <p:cNvPr id="45" name="Text 43"/>
          <p:cNvSpPr/>
          <p:nvPr/>
        </p:nvSpPr>
        <p:spPr>
          <a:xfrm>
            <a:off x="4352925" y="6172200"/>
            <a:ext cx="1562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 3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153150" y="2609850"/>
            <a:ext cx="1809750" cy="3867150"/>
          </a:xfrm>
          <a:custGeom>
            <a:avLst/>
            <a:gdLst/>
            <a:ahLst/>
            <a:cxnLst/>
            <a:rect l="l" t="t" r="r" b="b"/>
            <a:pathLst>
              <a:path w="1809750" h="3867150">
                <a:moveTo>
                  <a:pt x="38100" y="0"/>
                </a:moveTo>
                <a:lnTo>
                  <a:pt x="1771650" y="0"/>
                </a:lnTo>
                <a:cubicBezTo>
                  <a:pt x="1792678" y="0"/>
                  <a:pt x="1809750" y="17072"/>
                  <a:pt x="1809750" y="38100"/>
                </a:cubicBezTo>
                <a:lnTo>
                  <a:pt x="1809750" y="3752846"/>
                </a:lnTo>
                <a:cubicBezTo>
                  <a:pt x="1809750" y="3815974"/>
                  <a:pt x="1758574" y="3867150"/>
                  <a:pt x="1695446" y="3867150"/>
                </a:cubicBezTo>
                <a:lnTo>
                  <a:pt x="114304" y="3867150"/>
                </a:lnTo>
                <a:cubicBezTo>
                  <a:pt x="51176" y="3867150"/>
                  <a:pt x="0" y="3815974"/>
                  <a:pt x="0" y="3752846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153150" y="2609850"/>
            <a:ext cx="1809750" cy="38100"/>
          </a:xfrm>
          <a:custGeom>
            <a:avLst/>
            <a:gdLst/>
            <a:ahLst/>
            <a:cxnLst/>
            <a:rect l="l" t="t" r="r" b="b"/>
            <a:pathLst>
              <a:path w="1809750" h="38100">
                <a:moveTo>
                  <a:pt x="38100" y="0"/>
                </a:moveTo>
                <a:lnTo>
                  <a:pt x="1771650" y="0"/>
                </a:lnTo>
                <a:cubicBezTo>
                  <a:pt x="1792678" y="0"/>
                  <a:pt x="1809750" y="17072"/>
                  <a:pt x="1809750" y="38100"/>
                </a:cubicBezTo>
                <a:lnTo>
                  <a:pt x="180975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4B8A6"/>
          </a:solidFill>
          <a:ln/>
        </p:spPr>
      </p:sp>
      <p:sp>
        <p:nvSpPr>
          <p:cNvPr id="48" name="Shape 46"/>
          <p:cNvSpPr/>
          <p:nvPr/>
        </p:nvSpPr>
        <p:spPr>
          <a:xfrm>
            <a:off x="6753225" y="27813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14B8A6"/>
          </a:solidFill>
          <a:ln/>
        </p:spPr>
      </p:sp>
      <p:sp>
        <p:nvSpPr>
          <p:cNvPr id="49" name="Text 47"/>
          <p:cNvSpPr/>
          <p:nvPr/>
        </p:nvSpPr>
        <p:spPr>
          <a:xfrm>
            <a:off x="6696075" y="2781300"/>
            <a:ext cx="7239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257925" y="3467100"/>
            <a:ext cx="1600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Back-End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319838" y="38862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14B8A6"/>
          </a:solidFill>
          <a:ln/>
        </p:spPr>
      </p:sp>
      <p:sp>
        <p:nvSpPr>
          <p:cNvPr id="52" name="Text 50"/>
          <p:cNvSpPr/>
          <p:nvPr/>
        </p:nvSpPr>
        <p:spPr>
          <a:xfrm>
            <a:off x="6559947" y="3848100"/>
            <a:ext cx="1314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PHP logic development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324600" y="4343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14B8A6"/>
          </a:solidFill>
          <a:ln/>
        </p:spPr>
      </p:sp>
      <p:sp>
        <p:nvSpPr>
          <p:cNvPr id="54" name="Text 52"/>
          <p:cNvSpPr/>
          <p:nvPr/>
        </p:nvSpPr>
        <p:spPr>
          <a:xfrm>
            <a:off x="6572250" y="4305300"/>
            <a:ext cx="1057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API development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324600" y="46101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14B8A6"/>
          </a:solidFill>
          <a:ln/>
        </p:spPr>
      </p:sp>
      <p:sp>
        <p:nvSpPr>
          <p:cNvPr id="56" name="Text 54"/>
          <p:cNvSpPr/>
          <p:nvPr/>
        </p:nvSpPr>
        <p:spPr>
          <a:xfrm>
            <a:off x="6572250" y="4572000"/>
            <a:ext cx="1257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Database integration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305550" y="6054727"/>
            <a:ext cx="1504950" cy="6350"/>
          </a:xfrm>
          <a:custGeom>
            <a:avLst/>
            <a:gdLst/>
            <a:ahLst/>
            <a:cxnLst/>
            <a:rect l="l" t="t" r="r" b="b"/>
            <a:pathLst>
              <a:path w="1504950" h="6350">
                <a:moveTo>
                  <a:pt x="0" y="0"/>
                </a:moveTo>
                <a:lnTo>
                  <a:pt x="1504950" y="0"/>
                </a:lnTo>
                <a:lnTo>
                  <a:pt x="1504950" y="6350"/>
                </a:lnTo>
                <a:lnTo>
                  <a:pt x="0" y="635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/>
        </p:spPr>
      </p:sp>
      <p:sp>
        <p:nvSpPr>
          <p:cNvPr id="58" name="Text 56"/>
          <p:cNvSpPr/>
          <p:nvPr/>
        </p:nvSpPr>
        <p:spPr>
          <a:xfrm>
            <a:off x="6276975" y="6172200"/>
            <a:ext cx="1562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 4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8077200" y="2609850"/>
            <a:ext cx="1809750" cy="3867150"/>
          </a:xfrm>
          <a:custGeom>
            <a:avLst/>
            <a:gdLst/>
            <a:ahLst/>
            <a:cxnLst/>
            <a:rect l="l" t="t" r="r" b="b"/>
            <a:pathLst>
              <a:path w="1809750" h="3867150">
                <a:moveTo>
                  <a:pt x="38100" y="0"/>
                </a:moveTo>
                <a:lnTo>
                  <a:pt x="1771650" y="0"/>
                </a:lnTo>
                <a:cubicBezTo>
                  <a:pt x="1792678" y="0"/>
                  <a:pt x="1809750" y="17072"/>
                  <a:pt x="1809750" y="38100"/>
                </a:cubicBezTo>
                <a:lnTo>
                  <a:pt x="1809750" y="3752846"/>
                </a:lnTo>
                <a:cubicBezTo>
                  <a:pt x="1809750" y="3815974"/>
                  <a:pt x="1758574" y="3867150"/>
                  <a:pt x="1695446" y="3867150"/>
                </a:cubicBezTo>
                <a:lnTo>
                  <a:pt x="114304" y="3867150"/>
                </a:lnTo>
                <a:cubicBezTo>
                  <a:pt x="51176" y="3867150"/>
                  <a:pt x="0" y="3815974"/>
                  <a:pt x="0" y="3752846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8077200" y="2609850"/>
            <a:ext cx="1809750" cy="38100"/>
          </a:xfrm>
          <a:custGeom>
            <a:avLst/>
            <a:gdLst/>
            <a:ahLst/>
            <a:cxnLst/>
            <a:rect l="l" t="t" r="r" b="b"/>
            <a:pathLst>
              <a:path w="1809750" h="38100">
                <a:moveTo>
                  <a:pt x="38100" y="0"/>
                </a:moveTo>
                <a:lnTo>
                  <a:pt x="1771650" y="0"/>
                </a:lnTo>
                <a:cubicBezTo>
                  <a:pt x="1792678" y="0"/>
                  <a:pt x="1809750" y="17072"/>
                  <a:pt x="1809750" y="38100"/>
                </a:cubicBezTo>
                <a:lnTo>
                  <a:pt x="180975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61" name="Shape 59"/>
          <p:cNvSpPr/>
          <p:nvPr/>
        </p:nvSpPr>
        <p:spPr>
          <a:xfrm>
            <a:off x="8677275" y="27813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62" name="Text 60"/>
          <p:cNvSpPr/>
          <p:nvPr/>
        </p:nvSpPr>
        <p:spPr>
          <a:xfrm>
            <a:off x="8620125" y="2781300"/>
            <a:ext cx="7239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8181975" y="3467100"/>
            <a:ext cx="1600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Reports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8248650" y="38862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65" name="Text 63"/>
          <p:cNvSpPr/>
          <p:nvPr/>
        </p:nvSpPr>
        <p:spPr>
          <a:xfrm>
            <a:off x="8496300" y="3848100"/>
            <a:ext cx="1028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Chart integration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8248650" y="41529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67" name="Text 65"/>
          <p:cNvSpPr/>
          <p:nvPr/>
        </p:nvSpPr>
        <p:spPr>
          <a:xfrm>
            <a:off x="8496300" y="4114800"/>
            <a:ext cx="1104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Report generation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8248650" y="44196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69" name="Text 67"/>
          <p:cNvSpPr/>
          <p:nvPr/>
        </p:nvSpPr>
        <p:spPr>
          <a:xfrm>
            <a:off x="8496300" y="4381500"/>
            <a:ext cx="1066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visualization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8229600" y="6054727"/>
            <a:ext cx="1504950" cy="6350"/>
          </a:xfrm>
          <a:custGeom>
            <a:avLst/>
            <a:gdLst/>
            <a:ahLst/>
            <a:cxnLst/>
            <a:rect l="l" t="t" r="r" b="b"/>
            <a:pathLst>
              <a:path w="1504950" h="6350">
                <a:moveTo>
                  <a:pt x="0" y="0"/>
                </a:moveTo>
                <a:lnTo>
                  <a:pt x="1504950" y="0"/>
                </a:lnTo>
                <a:lnTo>
                  <a:pt x="1504950" y="6350"/>
                </a:lnTo>
                <a:lnTo>
                  <a:pt x="0" y="635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/>
        </p:spPr>
      </p:sp>
      <p:sp>
        <p:nvSpPr>
          <p:cNvPr id="71" name="Text 69"/>
          <p:cNvSpPr/>
          <p:nvPr/>
        </p:nvSpPr>
        <p:spPr>
          <a:xfrm>
            <a:off x="8201025" y="6172200"/>
            <a:ext cx="1562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 5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10001250" y="2609850"/>
            <a:ext cx="1809750" cy="3867150"/>
          </a:xfrm>
          <a:custGeom>
            <a:avLst/>
            <a:gdLst/>
            <a:ahLst/>
            <a:cxnLst/>
            <a:rect l="l" t="t" r="r" b="b"/>
            <a:pathLst>
              <a:path w="1809750" h="3867150">
                <a:moveTo>
                  <a:pt x="38100" y="0"/>
                </a:moveTo>
                <a:lnTo>
                  <a:pt x="1771650" y="0"/>
                </a:lnTo>
                <a:cubicBezTo>
                  <a:pt x="1792678" y="0"/>
                  <a:pt x="1809750" y="17072"/>
                  <a:pt x="1809750" y="38100"/>
                </a:cubicBezTo>
                <a:lnTo>
                  <a:pt x="1809750" y="3752846"/>
                </a:lnTo>
                <a:cubicBezTo>
                  <a:pt x="1809750" y="3815974"/>
                  <a:pt x="1758574" y="3867150"/>
                  <a:pt x="1695446" y="3867150"/>
                </a:cubicBezTo>
                <a:lnTo>
                  <a:pt x="114304" y="3867150"/>
                </a:lnTo>
                <a:cubicBezTo>
                  <a:pt x="51176" y="3867150"/>
                  <a:pt x="0" y="3815974"/>
                  <a:pt x="0" y="3752846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73" name="Shape 71"/>
          <p:cNvSpPr/>
          <p:nvPr/>
        </p:nvSpPr>
        <p:spPr>
          <a:xfrm>
            <a:off x="10001250" y="2609850"/>
            <a:ext cx="1809750" cy="38100"/>
          </a:xfrm>
          <a:custGeom>
            <a:avLst/>
            <a:gdLst/>
            <a:ahLst/>
            <a:cxnLst/>
            <a:rect l="l" t="t" r="r" b="b"/>
            <a:pathLst>
              <a:path w="1809750" h="38100">
                <a:moveTo>
                  <a:pt x="38100" y="0"/>
                </a:moveTo>
                <a:lnTo>
                  <a:pt x="1771650" y="0"/>
                </a:lnTo>
                <a:cubicBezTo>
                  <a:pt x="1792678" y="0"/>
                  <a:pt x="1809750" y="17072"/>
                  <a:pt x="1809750" y="38100"/>
                </a:cubicBezTo>
                <a:lnTo>
                  <a:pt x="180975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74" name="Shape 72"/>
          <p:cNvSpPr/>
          <p:nvPr/>
        </p:nvSpPr>
        <p:spPr>
          <a:xfrm>
            <a:off x="10601325" y="27813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75" name="Text 73"/>
          <p:cNvSpPr/>
          <p:nvPr/>
        </p:nvSpPr>
        <p:spPr>
          <a:xfrm>
            <a:off x="10544175" y="2781300"/>
            <a:ext cx="7239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10106025" y="3467100"/>
            <a:ext cx="1600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Testing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10172700" y="38862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78" name="Text 76"/>
          <p:cNvSpPr/>
          <p:nvPr/>
        </p:nvSpPr>
        <p:spPr>
          <a:xfrm>
            <a:off x="10420350" y="3848100"/>
            <a:ext cx="581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Bug fixes</a:t>
            </a:r>
            <a:endParaRPr lang="en-US" sz="1600" dirty="0"/>
          </a:p>
        </p:txBody>
      </p:sp>
      <p:sp>
        <p:nvSpPr>
          <p:cNvPr id="79" name="Shape 77"/>
          <p:cNvSpPr/>
          <p:nvPr/>
        </p:nvSpPr>
        <p:spPr>
          <a:xfrm>
            <a:off x="10172700" y="41529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80" name="Text 78"/>
          <p:cNvSpPr/>
          <p:nvPr/>
        </p:nvSpPr>
        <p:spPr>
          <a:xfrm>
            <a:off x="10420350" y="4114800"/>
            <a:ext cx="904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testing</a:t>
            </a:r>
            <a:endParaRPr lang="en-US" sz="1600" dirty="0"/>
          </a:p>
        </p:txBody>
      </p:sp>
      <p:sp>
        <p:nvSpPr>
          <p:cNvPr id="81" name="Shape 79"/>
          <p:cNvSpPr/>
          <p:nvPr/>
        </p:nvSpPr>
        <p:spPr>
          <a:xfrm>
            <a:off x="10172700" y="44196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82" name="Text 80"/>
          <p:cNvSpPr/>
          <p:nvPr/>
        </p:nvSpPr>
        <p:spPr>
          <a:xfrm>
            <a:off x="10420350" y="4381500"/>
            <a:ext cx="781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Deployment</a:t>
            </a:r>
            <a:endParaRPr lang="en-US" sz="1600" dirty="0"/>
          </a:p>
        </p:txBody>
      </p:sp>
      <p:sp>
        <p:nvSpPr>
          <p:cNvPr id="83" name="Shape 81"/>
          <p:cNvSpPr/>
          <p:nvPr/>
        </p:nvSpPr>
        <p:spPr>
          <a:xfrm>
            <a:off x="10153650" y="6054727"/>
            <a:ext cx="1504950" cy="6350"/>
          </a:xfrm>
          <a:custGeom>
            <a:avLst/>
            <a:gdLst/>
            <a:ahLst/>
            <a:cxnLst/>
            <a:rect l="l" t="t" r="r" b="b"/>
            <a:pathLst>
              <a:path w="1504950" h="6350">
                <a:moveTo>
                  <a:pt x="0" y="0"/>
                </a:moveTo>
                <a:lnTo>
                  <a:pt x="1504950" y="0"/>
                </a:lnTo>
                <a:lnTo>
                  <a:pt x="1504950" y="6350"/>
                </a:lnTo>
                <a:lnTo>
                  <a:pt x="0" y="635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/>
        </p:spPr>
      </p:sp>
      <p:sp>
        <p:nvSpPr>
          <p:cNvPr id="84" name="Text 82"/>
          <p:cNvSpPr/>
          <p:nvPr/>
        </p:nvSpPr>
        <p:spPr>
          <a:xfrm>
            <a:off x="10125075" y="6172200"/>
            <a:ext cx="1562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 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8B5C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 &amp; Roadmap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Expected Outcomes &amp; Future Enhancements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295400"/>
            <a:ext cx="5619750" cy="4076700"/>
          </a:xfrm>
          <a:custGeom>
            <a:avLst/>
            <a:gdLst/>
            <a:ahLst/>
            <a:cxnLst/>
            <a:rect l="l" t="t" r="r" b="b"/>
            <a:pathLst>
              <a:path w="5619750" h="4076700">
                <a:moveTo>
                  <a:pt x="152387" y="0"/>
                </a:moveTo>
                <a:lnTo>
                  <a:pt x="5467363" y="0"/>
                </a:lnTo>
                <a:cubicBezTo>
                  <a:pt x="5551524" y="0"/>
                  <a:pt x="5619750" y="68226"/>
                  <a:pt x="5619750" y="152387"/>
                </a:cubicBezTo>
                <a:lnTo>
                  <a:pt x="5619750" y="3924313"/>
                </a:lnTo>
                <a:cubicBezTo>
                  <a:pt x="5619750" y="4008474"/>
                  <a:pt x="5551524" y="4076700"/>
                  <a:pt x="5467363" y="4076700"/>
                </a:cubicBezTo>
                <a:lnTo>
                  <a:pt x="152387" y="4076700"/>
                </a:lnTo>
                <a:cubicBezTo>
                  <a:pt x="68226" y="4076700"/>
                  <a:pt x="0" y="4008474"/>
                  <a:pt x="0" y="3924313"/>
                </a:cubicBezTo>
                <a:lnTo>
                  <a:pt x="0" y="152387"/>
                </a:lnTo>
                <a:cubicBezTo>
                  <a:pt x="0" y="68226"/>
                  <a:pt x="68226" y="0"/>
                  <a:pt x="152387" y="0"/>
                </a:cubicBezTo>
                <a:close/>
              </a:path>
            </a:pathLst>
          </a:custGeom>
          <a:gradFill rotWithShape="1" flip="none">
            <a:gsLst>
              <a:gs pos="0">
                <a:srgbClr val="2563EB"/>
              </a:gs>
              <a:gs pos="100000">
                <a:srgbClr val="1D4ED8"/>
              </a:gs>
            </a:gsLst>
            <a:lin ang="2700000" scaled="1"/>
          </a:gradFill>
          <a:ln/>
        </p:spPr>
      </p:sp>
      <p:sp>
        <p:nvSpPr>
          <p:cNvPr id="5" name="Shape 3"/>
          <p:cNvSpPr/>
          <p:nvPr/>
        </p:nvSpPr>
        <p:spPr>
          <a:xfrm>
            <a:off x="600075" y="15240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64428" y="0"/>
                </a:moveTo>
                <a:lnTo>
                  <a:pt x="164440" y="0"/>
                </a:lnTo>
                <a:cubicBezTo>
                  <a:pt x="176272" y="0"/>
                  <a:pt x="185916" y="9733"/>
                  <a:pt x="185470" y="21521"/>
                </a:cubicBezTo>
                <a:cubicBezTo>
                  <a:pt x="185380" y="23887"/>
                  <a:pt x="185291" y="26253"/>
                  <a:pt x="185157" y="28575"/>
                </a:cubicBezTo>
                <a:lnTo>
                  <a:pt x="207303" y="28575"/>
                </a:lnTo>
                <a:cubicBezTo>
                  <a:pt x="218956" y="28575"/>
                  <a:pt x="229225" y="38219"/>
                  <a:pt x="228332" y="50810"/>
                </a:cubicBezTo>
                <a:cubicBezTo>
                  <a:pt x="224983" y="97110"/>
                  <a:pt x="201320" y="122560"/>
                  <a:pt x="175647" y="135865"/>
                </a:cubicBezTo>
                <a:cubicBezTo>
                  <a:pt x="168593" y="139526"/>
                  <a:pt x="161404" y="142250"/>
                  <a:pt x="154573" y="144259"/>
                </a:cubicBezTo>
                <a:cubicBezTo>
                  <a:pt x="145554" y="157029"/>
                  <a:pt x="136178" y="163770"/>
                  <a:pt x="128721" y="167387"/>
                </a:cubicBezTo>
                <a:lnTo>
                  <a:pt x="128721" y="200025"/>
                </a:lnTo>
                <a:lnTo>
                  <a:pt x="157296" y="200025"/>
                </a:lnTo>
                <a:cubicBezTo>
                  <a:pt x="165199" y="200025"/>
                  <a:pt x="171584" y="206410"/>
                  <a:pt x="171584" y="214313"/>
                </a:cubicBezTo>
                <a:cubicBezTo>
                  <a:pt x="171584" y="222215"/>
                  <a:pt x="165199" y="228600"/>
                  <a:pt x="157296" y="228600"/>
                </a:cubicBezTo>
                <a:lnTo>
                  <a:pt x="71571" y="228600"/>
                </a:lnTo>
                <a:cubicBezTo>
                  <a:pt x="63669" y="228600"/>
                  <a:pt x="57284" y="222215"/>
                  <a:pt x="57284" y="214313"/>
                </a:cubicBezTo>
                <a:cubicBezTo>
                  <a:pt x="57284" y="206410"/>
                  <a:pt x="63669" y="200025"/>
                  <a:pt x="71571" y="200025"/>
                </a:cubicBezTo>
                <a:lnTo>
                  <a:pt x="100146" y="200025"/>
                </a:lnTo>
                <a:lnTo>
                  <a:pt x="100146" y="167387"/>
                </a:lnTo>
                <a:cubicBezTo>
                  <a:pt x="93003" y="163949"/>
                  <a:pt x="84118" y="157564"/>
                  <a:pt x="75456" y="145822"/>
                </a:cubicBezTo>
                <a:cubicBezTo>
                  <a:pt x="67241" y="143679"/>
                  <a:pt x="58311" y="140419"/>
                  <a:pt x="49604" y="135508"/>
                </a:cubicBezTo>
                <a:cubicBezTo>
                  <a:pt x="25450" y="121980"/>
                  <a:pt x="3661" y="96485"/>
                  <a:pt x="536" y="50721"/>
                </a:cubicBezTo>
                <a:cubicBezTo>
                  <a:pt x="-313" y="38174"/>
                  <a:pt x="9912" y="28530"/>
                  <a:pt x="21565" y="28530"/>
                </a:cubicBezTo>
                <a:lnTo>
                  <a:pt x="43711" y="28530"/>
                </a:lnTo>
                <a:cubicBezTo>
                  <a:pt x="43577" y="26209"/>
                  <a:pt x="43488" y="23887"/>
                  <a:pt x="43398" y="21476"/>
                </a:cubicBezTo>
                <a:cubicBezTo>
                  <a:pt x="42952" y="9644"/>
                  <a:pt x="52596" y="-45"/>
                  <a:pt x="64428" y="-45"/>
                </a:cubicBezTo>
                <a:close/>
                <a:moveTo>
                  <a:pt x="45318" y="50006"/>
                </a:moveTo>
                <a:lnTo>
                  <a:pt x="21922" y="50006"/>
                </a:lnTo>
                <a:cubicBezTo>
                  <a:pt x="24691" y="87823"/>
                  <a:pt x="42059" y="106754"/>
                  <a:pt x="59963" y="116800"/>
                </a:cubicBezTo>
                <a:cubicBezTo>
                  <a:pt x="53533" y="100146"/>
                  <a:pt x="48220" y="78403"/>
                  <a:pt x="45318" y="50006"/>
                </a:cubicBezTo>
                <a:close/>
                <a:moveTo>
                  <a:pt x="169664" y="114657"/>
                </a:moveTo>
                <a:cubicBezTo>
                  <a:pt x="187747" y="104031"/>
                  <a:pt x="204088" y="85145"/>
                  <a:pt x="206856" y="50006"/>
                </a:cubicBezTo>
                <a:lnTo>
                  <a:pt x="183505" y="50006"/>
                </a:lnTo>
                <a:cubicBezTo>
                  <a:pt x="180737" y="77197"/>
                  <a:pt x="175736" y="98316"/>
                  <a:pt x="169664" y="11465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857250" y="1485900"/>
            <a:ext cx="5067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Expected Deliverables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71500" y="1943100"/>
            <a:ext cx="5238750" cy="723900"/>
          </a:xfrm>
          <a:custGeom>
            <a:avLst/>
            <a:gdLst/>
            <a:ahLst/>
            <a:cxnLst/>
            <a:rect l="l" t="t" r="r" b="b"/>
            <a:pathLst>
              <a:path w="5238750" h="723900">
                <a:moveTo>
                  <a:pt x="114297" y="0"/>
                </a:moveTo>
                <a:lnTo>
                  <a:pt x="5124453" y="0"/>
                </a:lnTo>
                <a:cubicBezTo>
                  <a:pt x="5187578" y="0"/>
                  <a:pt x="5238750" y="51172"/>
                  <a:pt x="5238750" y="114297"/>
                </a:cubicBezTo>
                <a:lnTo>
                  <a:pt x="5238750" y="609603"/>
                </a:lnTo>
                <a:cubicBezTo>
                  <a:pt x="5238750" y="672728"/>
                  <a:pt x="5187578" y="723900"/>
                  <a:pt x="5124453" y="723900"/>
                </a:cubicBezTo>
                <a:lnTo>
                  <a:pt x="114297" y="723900"/>
                </a:lnTo>
                <a:cubicBezTo>
                  <a:pt x="51172" y="723900"/>
                  <a:pt x="0" y="672728"/>
                  <a:pt x="0" y="60960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09613" y="21050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904875" y="2057400"/>
            <a:ext cx="4876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Fully Functional Web Application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2362200"/>
            <a:ext cx="5076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complete expense tracking system with all core features operational and tested.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71500" y="2781300"/>
            <a:ext cx="5238750" cy="723900"/>
          </a:xfrm>
          <a:custGeom>
            <a:avLst/>
            <a:gdLst/>
            <a:ahLst/>
            <a:cxnLst/>
            <a:rect l="l" t="t" r="r" b="b"/>
            <a:pathLst>
              <a:path w="5238750" h="723900">
                <a:moveTo>
                  <a:pt x="114297" y="0"/>
                </a:moveTo>
                <a:lnTo>
                  <a:pt x="5124453" y="0"/>
                </a:lnTo>
                <a:cubicBezTo>
                  <a:pt x="5187578" y="0"/>
                  <a:pt x="5238750" y="51172"/>
                  <a:pt x="5238750" y="114297"/>
                </a:cubicBezTo>
                <a:lnTo>
                  <a:pt x="5238750" y="609603"/>
                </a:lnTo>
                <a:cubicBezTo>
                  <a:pt x="5238750" y="672728"/>
                  <a:pt x="5187578" y="723900"/>
                  <a:pt x="5124453" y="723900"/>
                </a:cubicBezTo>
                <a:lnTo>
                  <a:pt x="114297" y="723900"/>
                </a:lnTo>
                <a:cubicBezTo>
                  <a:pt x="51172" y="723900"/>
                  <a:pt x="0" y="672728"/>
                  <a:pt x="0" y="60960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09613" y="29432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904875" y="2895600"/>
            <a:ext cx="4876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Record Management System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5800" y="3200400"/>
            <a:ext cx="5076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Users can add, edit, delete, and view expense records with intuitive interface.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71500" y="3619500"/>
            <a:ext cx="5238750" cy="723900"/>
          </a:xfrm>
          <a:custGeom>
            <a:avLst/>
            <a:gdLst/>
            <a:ahLst/>
            <a:cxnLst/>
            <a:rect l="l" t="t" r="r" b="b"/>
            <a:pathLst>
              <a:path w="5238750" h="723900">
                <a:moveTo>
                  <a:pt x="114297" y="0"/>
                </a:moveTo>
                <a:lnTo>
                  <a:pt x="5124453" y="0"/>
                </a:lnTo>
                <a:cubicBezTo>
                  <a:pt x="5187578" y="0"/>
                  <a:pt x="5238750" y="51172"/>
                  <a:pt x="5238750" y="114297"/>
                </a:cubicBezTo>
                <a:lnTo>
                  <a:pt x="5238750" y="609603"/>
                </a:lnTo>
                <a:cubicBezTo>
                  <a:pt x="5238750" y="672728"/>
                  <a:pt x="5187578" y="723900"/>
                  <a:pt x="5124453" y="723900"/>
                </a:cubicBezTo>
                <a:lnTo>
                  <a:pt x="114297" y="723900"/>
                </a:lnTo>
                <a:cubicBezTo>
                  <a:pt x="51172" y="723900"/>
                  <a:pt x="0" y="672728"/>
                  <a:pt x="0" y="60960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09613" y="37814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904875" y="3733800"/>
            <a:ext cx="4876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Monthly Reports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5800" y="4038600"/>
            <a:ext cx="5076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Automated generation of detailed expense reports with category breakdowns.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71500" y="4457700"/>
            <a:ext cx="5238750" cy="723900"/>
          </a:xfrm>
          <a:custGeom>
            <a:avLst/>
            <a:gdLst/>
            <a:ahLst/>
            <a:cxnLst/>
            <a:rect l="l" t="t" r="r" b="b"/>
            <a:pathLst>
              <a:path w="5238750" h="723900">
                <a:moveTo>
                  <a:pt x="114297" y="0"/>
                </a:moveTo>
                <a:lnTo>
                  <a:pt x="5124453" y="0"/>
                </a:lnTo>
                <a:cubicBezTo>
                  <a:pt x="5187578" y="0"/>
                  <a:pt x="5238750" y="51172"/>
                  <a:pt x="5238750" y="114297"/>
                </a:cubicBezTo>
                <a:lnTo>
                  <a:pt x="5238750" y="609603"/>
                </a:lnTo>
                <a:cubicBezTo>
                  <a:pt x="5238750" y="672728"/>
                  <a:pt x="5187578" y="723900"/>
                  <a:pt x="5124453" y="723900"/>
                </a:cubicBezTo>
                <a:lnTo>
                  <a:pt x="114297" y="723900"/>
                </a:lnTo>
                <a:cubicBezTo>
                  <a:pt x="51172" y="723900"/>
                  <a:pt x="0" y="672728"/>
                  <a:pt x="0" y="60960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09613" y="46196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904875" y="4572000"/>
            <a:ext cx="4876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Interactive Charts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5800" y="4876800"/>
            <a:ext cx="5076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 representation of spending patterns using pie charts, bar graphs, and line charts.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191250" y="1295400"/>
            <a:ext cx="5619750" cy="4267200"/>
          </a:xfrm>
          <a:custGeom>
            <a:avLst/>
            <a:gdLst/>
            <a:ahLst/>
            <a:cxnLst/>
            <a:rect l="l" t="t" r="r" b="b"/>
            <a:pathLst>
              <a:path w="5619750" h="4267200">
                <a:moveTo>
                  <a:pt x="152382" y="0"/>
                </a:moveTo>
                <a:lnTo>
                  <a:pt x="5467368" y="0"/>
                </a:lnTo>
                <a:cubicBezTo>
                  <a:pt x="5551470" y="0"/>
                  <a:pt x="5619750" y="68280"/>
                  <a:pt x="5619750" y="152382"/>
                </a:cubicBezTo>
                <a:lnTo>
                  <a:pt x="5619750" y="4114818"/>
                </a:lnTo>
                <a:cubicBezTo>
                  <a:pt x="5619750" y="4198920"/>
                  <a:pt x="5551470" y="4267200"/>
                  <a:pt x="5467368" y="4267200"/>
                </a:cubicBezTo>
                <a:lnTo>
                  <a:pt x="152382" y="4267200"/>
                </a:lnTo>
                <a:cubicBezTo>
                  <a:pt x="68280" y="4267200"/>
                  <a:pt x="0" y="4198920"/>
                  <a:pt x="0" y="4114818"/>
                </a:cubicBezTo>
                <a:lnTo>
                  <a:pt x="0" y="152382"/>
                </a:lnTo>
                <a:cubicBezTo>
                  <a:pt x="0" y="68280"/>
                  <a:pt x="68280" y="0"/>
                  <a:pt x="152382" y="0"/>
                </a:cubicBezTo>
                <a:close/>
              </a:path>
            </a:pathLst>
          </a:custGeom>
          <a:gradFill rotWithShape="1" flip="none">
            <a:gsLst>
              <a:gs pos="0">
                <a:srgbClr val="FEF3C7"/>
              </a:gs>
              <a:gs pos="100000">
                <a:srgbClr val="FDE68A"/>
              </a:gs>
            </a:gsLst>
            <a:lin ang="2700000" scaled="1"/>
          </a:gradFill>
          <a:ln/>
        </p:spPr>
      </p:sp>
      <p:sp>
        <p:nvSpPr>
          <p:cNvPr id="24" name="Shape 22"/>
          <p:cNvSpPr/>
          <p:nvPr/>
        </p:nvSpPr>
        <p:spPr>
          <a:xfrm>
            <a:off x="6381750" y="14859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5" name="Shape 23"/>
          <p:cNvSpPr/>
          <p:nvPr/>
        </p:nvSpPr>
        <p:spPr>
          <a:xfrm>
            <a:off x="6515100" y="16192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7625" y="119063"/>
                </a:moveTo>
                <a:lnTo>
                  <a:pt x="9116" y="119063"/>
                </a:lnTo>
                <a:cubicBezTo>
                  <a:pt x="-149" y="119063"/>
                  <a:pt x="-5842" y="108979"/>
                  <a:pt x="-1079" y="101017"/>
                </a:cubicBezTo>
                <a:lnTo>
                  <a:pt x="18604" y="68200"/>
                </a:lnTo>
                <a:cubicBezTo>
                  <a:pt x="21841" y="62805"/>
                  <a:pt x="27645" y="59531"/>
                  <a:pt x="33933" y="59531"/>
                </a:cubicBezTo>
                <a:lnTo>
                  <a:pt x="69279" y="59531"/>
                </a:lnTo>
                <a:cubicBezTo>
                  <a:pt x="97594" y="11571"/>
                  <a:pt x="139824" y="9153"/>
                  <a:pt x="168064" y="13283"/>
                </a:cubicBezTo>
                <a:cubicBezTo>
                  <a:pt x="172827" y="13990"/>
                  <a:pt x="176547" y="17711"/>
                  <a:pt x="177217" y="22436"/>
                </a:cubicBezTo>
                <a:cubicBezTo>
                  <a:pt x="181347" y="50676"/>
                  <a:pt x="178929" y="92906"/>
                  <a:pt x="130969" y="121221"/>
                </a:cubicBezTo>
                <a:lnTo>
                  <a:pt x="130969" y="156567"/>
                </a:lnTo>
                <a:cubicBezTo>
                  <a:pt x="130969" y="162855"/>
                  <a:pt x="127695" y="168659"/>
                  <a:pt x="122300" y="171896"/>
                </a:cubicBezTo>
                <a:lnTo>
                  <a:pt x="89483" y="191579"/>
                </a:lnTo>
                <a:cubicBezTo>
                  <a:pt x="81558" y="196342"/>
                  <a:pt x="71438" y="190612"/>
                  <a:pt x="71438" y="181384"/>
                </a:cubicBezTo>
                <a:lnTo>
                  <a:pt x="71438" y="142875"/>
                </a:lnTo>
                <a:cubicBezTo>
                  <a:pt x="71438" y="129741"/>
                  <a:pt x="60759" y="119063"/>
                  <a:pt x="47625" y="119063"/>
                </a:cubicBezTo>
                <a:lnTo>
                  <a:pt x="47588" y="119063"/>
                </a:lnTo>
                <a:close/>
                <a:moveTo>
                  <a:pt x="148828" y="59531"/>
                </a:moveTo>
                <a:cubicBezTo>
                  <a:pt x="148828" y="49674"/>
                  <a:pt x="140826" y="41672"/>
                  <a:pt x="130969" y="41672"/>
                </a:cubicBezTo>
                <a:cubicBezTo>
                  <a:pt x="121112" y="41672"/>
                  <a:pt x="113109" y="49674"/>
                  <a:pt x="113109" y="59531"/>
                </a:cubicBezTo>
                <a:cubicBezTo>
                  <a:pt x="113109" y="69388"/>
                  <a:pt x="121112" y="77391"/>
                  <a:pt x="130969" y="77391"/>
                </a:cubicBezTo>
                <a:cubicBezTo>
                  <a:pt x="140826" y="77391"/>
                  <a:pt x="148828" y="69388"/>
                  <a:pt x="148828" y="5953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6953250" y="1562100"/>
            <a:ext cx="2324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Future Enhancements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381750" y="2095500"/>
            <a:ext cx="2562225" cy="876300"/>
          </a:xfrm>
          <a:custGeom>
            <a:avLst/>
            <a:gdLst/>
            <a:ahLst/>
            <a:cxnLst/>
            <a:rect l="l" t="t" r="r" b="b"/>
            <a:pathLst>
              <a:path w="2562225" h="876300">
                <a:moveTo>
                  <a:pt x="114296" y="0"/>
                </a:moveTo>
                <a:lnTo>
                  <a:pt x="2447929" y="0"/>
                </a:lnTo>
                <a:cubicBezTo>
                  <a:pt x="2511053" y="0"/>
                  <a:pt x="2562225" y="51172"/>
                  <a:pt x="2562225" y="114296"/>
                </a:cubicBezTo>
                <a:lnTo>
                  <a:pt x="2562225" y="762004"/>
                </a:lnTo>
                <a:cubicBezTo>
                  <a:pt x="2562225" y="825128"/>
                  <a:pt x="2511053" y="876300"/>
                  <a:pt x="2447929" y="876300"/>
                </a:cubicBezTo>
                <a:lnTo>
                  <a:pt x="114296" y="876300"/>
                </a:lnTo>
                <a:cubicBezTo>
                  <a:pt x="51172" y="876300"/>
                  <a:pt x="0" y="825128"/>
                  <a:pt x="0" y="762004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6534150" y="224790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4763" y="19050"/>
                </a:moveTo>
                <a:cubicBezTo>
                  <a:pt x="4763" y="8543"/>
                  <a:pt x="13305" y="0"/>
                  <a:pt x="23813" y="0"/>
                </a:cubicBezTo>
                <a:lnTo>
                  <a:pt x="90488" y="0"/>
                </a:lnTo>
                <a:cubicBezTo>
                  <a:pt x="100995" y="0"/>
                  <a:pt x="109537" y="8543"/>
                  <a:pt x="109537" y="19050"/>
                </a:cubicBezTo>
                <a:lnTo>
                  <a:pt x="109537" y="133350"/>
                </a:lnTo>
                <a:cubicBezTo>
                  <a:pt x="109537" y="143857"/>
                  <a:pt x="100995" y="152400"/>
                  <a:pt x="90488" y="152400"/>
                </a:cubicBezTo>
                <a:lnTo>
                  <a:pt x="23813" y="152400"/>
                </a:lnTo>
                <a:cubicBezTo>
                  <a:pt x="13305" y="152400"/>
                  <a:pt x="4763" y="143857"/>
                  <a:pt x="4763" y="133350"/>
                </a:cubicBezTo>
                <a:lnTo>
                  <a:pt x="4763" y="19050"/>
                </a:lnTo>
                <a:close/>
                <a:moveTo>
                  <a:pt x="23813" y="19050"/>
                </a:moveTo>
                <a:lnTo>
                  <a:pt x="23813" y="109537"/>
                </a:lnTo>
                <a:lnTo>
                  <a:pt x="90488" y="109537"/>
                </a:lnTo>
                <a:lnTo>
                  <a:pt x="90488" y="19050"/>
                </a:lnTo>
                <a:lnTo>
                  <a:pt x="23813" y="19050"/>
                </a:lnTo>
                <a:close/>
                <a:moveTo>
                  <a:pt x="57150" y="140494"/>
                </a:moveTo>
                <a:cubicBezTo>
                  <a:pt x="62419" y="140494"/>
                  <a:pt x="66675" y="136237"/>
                  <a:pt x="66675" y="130969"/>
                </a:cubicBezTo>
                <a:cubicBezTo>
                  <a:pt x="66675" y="125700"/>
                  <a:pt x="62419" y="121444"/>
                  <a:pt x="57150" y="121444"/>
                </a:cubicBezTo>
                <a:cubicBezTo>
                  <a:pt x="51881" y="121444"/>
                  <a:pt x="47625" y="125700"/>
                  <a:pt x="47625" y="130969"/>
                </a:cubicBezTo>
                <a:cubicBezTo>
                  <a:pt x="47625" y="136237"/>
                  <a:pt x="51881" y="140494"/>
                  <a:pt x="57150" y="140494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6762750" y="2209800"/>
            <a:ext cx="847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Mobile App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496050" y="2476500"/>
            <a:ext cx="24003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Android application for on-the-go tracking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9058275" y="2095500"/>
            <a:ext cx="2562225" cy="876300"/>
          </a:xfrm>
          <a:custGeom>
            <a:avLst/>
            <a:gdLst/>
            <a:ahLst/>
            <a:cxnLst/>
            <a:rect l="l" t="t" r="r" b="b"/>
            <a:pathLst>
              <a:path w="2562225" h="876300">
                <a:moveTo>
                  <a:pt x="114296" y="0"/>
                </a:moveTo>
                <a:lnTo>
                  <a:pt x="2447929" y="0"/>
                </a:lnTo>
                <a:cubicBezTo>
                  <a:pt x="2511053" y="0"/>
                  <a:pt x="2562225" y="51172"/>
                  <a:pt x="2562225" y="114296"/>
                </a:cubicBezTo>
                <a:lnTo>
                  <a:pt x="2562225" y="762004"/>
                </a:lnTo>
                <a:cubicBezTo>
                  <a:pt x="2562225" y="825128"/>
                  <a:pt x="2511053" y="876300"/>
                  <a:pt x="2447929" y="876300"/>
                </a:cubicBezTo>
                <a:lnTo>
                  <a:pt x="114296" y="876300"/>
                </a:lnTo>
                <a:cubicBezTo>
                  <a:pt x="51172" y="876300"/>
                  <a:pt x="0" y="825128"/>
                  <a:pt x="0" y="762004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2" name="Shape 30"/>
          <p:cNvSpPr/>
          <p:nvPr/>
        </p:nvSpPr>
        <p:spPr>
          <a:xfrm>
            <a:off x="9172575" y="2247900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95250" y="4763"/>
                </a:moveTo>
                <a:cubicBezTo>
                  <a:pt x="112335" y="4763"/>
                  <a:pt x="126206" y="18634"/>
                  <a:pt x="126206" y="35719"/>
                </a:cubicBezTo>
                <a:cubicBezTo>
                  <a:pt x="126206" y="52804"/>
                  <a:pt x="112335" y="66675"/>
                  <a:pt x="95250" y="66675"/>
                </a:cubicBezTo>
                <a:cubicBezTo>
                  <a:pt x="78165" y="66675"/>
                  <a:pt x="64294" y="52804"/>
                  <a:pt x="64294" y="35719"/>
                </a:cubicBezTo>
                <a:cubicBezTo>
                  <a:pt x="64294" y="18634"/>
                  <a:pt x="78165" y="4763"/>
                  <a:pt x="95250" y="4763"/>
                </a:cubicBezTo>
                <a:close/>
                <a:moveTo>
                  <a:pt x="28575" y="26194"/>
                </a:moveTo>
                <a:cubicBezTo>
                  <a:pt x="40403" y="26194"/>
                  <a:pt x="50006" y="35797"/>
                  <a:pt x="50006" y="47625"/>
                </a:cubicBezTo>
                <a:cubicBezTo>
                  <a:pt x="50006" y="59453"/>
                  <a:pt x="40403" y="69056"/>
                  <a:pt x="28575" y="69056"/>
                </a:cubicBezTo>
                <a:cubicBezTo>
                  <a:pt x="16747" y="69056"/>
                  <a:pt x="7144" y="59453"/>
                  <a:pt x="7144" y="47625"/>
                </a:cubicBezTo>
                <a:cubicBezTo>
                  <a:pt x="7144" y="35797"/>
                  <a:pt x="16747" y="26194"/>
                  <a:pt x="28575" y="26194"/>
                </a:cubicBezTo>
                <a:close/>
                <a:moveTo>
                  <a:pt x="0" y="123825"/>
                </a:moveTo>
                <a:cubicBezTo>
                  <a:pt x="0" y="102781"/>
                  <a:pt x="17056" y="85725"/>
                  <a:pt x="38100" y="85725"/>
                </a:cubicBezTo>
                <a:cubicBezTo>
                  <a:pt x="41910" y="85725"/>
                  <a:pt x="45601" y="86291"/>
                  <a:pt x="49084" y="87332"/>
                </a:cubicBezTo>
                <a:cubicBezTo>
                  <a:pt x="39291" y="98286"/>
                  <a:pt x="33338" y="112752"/>
                  <a:pt x="33338" y="128588"/>
                </a:cubicBezTo>
                <a:lnTo>
                  <a:pt x="33338" y="133350"/>
                </a:lnTo>
                <a:cubicBezTo>
                  <a:pt x="33338" y="136743"/>
                  <a:pt x="34052" y="139958"/>
                  <a:pt x="35332" y="142875"/>
                </a:cubicBezTo>
                <a:lnTo>
                  <a:pt x="9525" y="142875"/>
                </a:lnTo>
                <a:cubicBezTo>
                  <a:pt x="4256" y="142875"/>
                  <a:pt x="0" y="138619"/>
                  <a:pt x="0" y="133350"/>
                </a:cubicBezTo>
                <a:lnTo>
                  <a:pt x="0" y="123825"/>
                </a:lnTo>
                <a:close/>
                <a:moveTo>
                  <a:pt x="155168" y="142875"/>
                </a:moveTo>
                <a:cubicBezTo>
                  <a:pt x="156448" y="139958"/>
                  <a:pt x="157163" y="136743"/>
                  <a:pt x="157163" y="133350"/>
                </a:cubicBezTo>
                <a:lnTo>
                  <a:pt x="157163" y="128588"/>
                </a:lnTo>
                <a:cubicBezTo>
                  <a:pt x="157163" y="112752"/>
                  <a:pt x="151209" y="98286"/>
                  <a:pt x="141416" y="87332"/>
                </a:cubicBezTo>
                <a:cubicBezTo>
                  <a:pt x="144899" y="86291"/>
                  <a:pt x="148590" y="85725"/>
                  <a:pt x="152400" y="85725"/>
                </a:cubicBezTo>
                <a:cubicBezTo>
                  <a:pt x="173444" y="85725"/>
                  <a:pt x="190500" y="102781"/>
                  <a:pt x="190500" y="123825"/>
                </a:cubicBezTo>
                <a:lnTo>
                  <a:pt x="190500" y="133350"/>
                </a:lnTo>
                <a:cubicBezTo>
                  <a:pt x="190500" y="138619"/>
                  <a:pt x="186244" y="142875"/>
                  <a:pt x="180975" y="142875"/>
                </a:cubicBezTo>
                <a:lnTo>
                  <a:pt x="155168" y="142875"/>
                </a:lnTo>
                <a:close/>
                <a:moveTo>
                  <a:pt x="140494" y="47625"/>
                </a:moveTo>
                <a:cubicBezTo>
                  <a:pt x="140494" y="35797"/>
                  <a:pt x="150097" y="26194"/>
                  <a:pt x="161925" y="26194"/>
                </a:cubicBezTo>
                <a:cubicBezTo>
                  <a:pt x="173753" y="26194"/>
                  <a:pt x="183356" y="35797"/>
                  <a:pt x="183356" y="47625"/>
                </a:cubicBezTo>
                <a:cubicBezTo>
                  <a:pt x="183356" y="59453"/>
                  <a:pt x="173753" y="69056"/>
                  <a:pt x="161925" y="69056"/>
                </a:cubicBezTo>
                <a:cubicBezTo>
                  <a:pt x="150097" y="69056"/>
                  <a:pt x="140494" y="59453"/>
                  <a:pt x="140494" y="47625"/>
                </a:cubicBezTo>
                <a:close/>
                <a:moveTo>
                  <a:pt x="47625" y="128588"/>
                </a:moveTo>
                <a:cubicBezTo>
                  <a:pt x="47625" y="102275"/>
                  <a:pt x="68937" y="80962"/>
                  <a:pt x="95250" y="80962"/>
                </a:cubicBezTo>
                <a:cubicBezTo>
                  <a:pt x="121563" y="80962"/>
                  <a:pt x="142875" y="102275"/>
                  <a:pt x="142875" y="128588"/>
                </a:cubicBezTo>
                <a:lnTo>
                  <a:pt x="142875" y="133350"/>
                </a:lnTo>
                <a:cubicBezTo>
                  <a:pt x="142875" y="138619"/>
                  <a:pt x="138619" y="142875"/>
                  <a:pt x="133350" y="142875"/>
                </a:cubicBezTo>
                <a:lnTo>
                  <a:pt x="57150" y="142875"/>
                </a:lnTo>
                <a:cubicBezTo>
                  <a:pt x="51881" y="142875"/>
                  <a:pt x="47625" y="138619"/>
                  <a:pt x="47625" y="133350"/>
                </a:cubicBezTo>
                <a:lnTo>
                  <a:pt x="47625" y="128588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33" name="Text 31"/>
          <p:cNvSpPr/>
          <p:nvPr/>
        </p:nvSpPr>
        <p:spPr>
          <a:xfrm>
            <a:off x="9439275" y="2209800"/>
            <a:ext cx="800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Multi-User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172575" y="2476500"/>
            <a:ext cx="2400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Support for multiple user accounts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81750" y="3086100"/>
            <a:ext cx="2562225" cy="685800"/>
          </a:xfrm>
          <a:custGeom>
            <a:avLst/>
            <a:gdLst/>
            <a:ahLst/>
            <a:cxnLst/>
            <a:rect l="l" t="t" r="r" b="b"/>
            <a:pathLst>
              <a:path w="2562225" h="685800">
                <a:moveTo>
                  <a:pt x="114302" y="0"/>
                </a:moveTo>
                <a:lnTo>
                  <a:pt x="2447923" y="0"/>
                </a:lnTo>
                <a:cubicBezTo>
                  <a:pt x="2511008" y="0"/>
                  <a:pt x="2562225" y="51217"/>
                  <a:pt x="2562225" y="114302"/>
                </a:cubicBezTo>
                <a:lnTo>
                  <a:pt x="2562225" y="571498"/>
                </a:lnTo>
                <a:cubicBezTo>
                  <a:pt x="2562225" y="634583"/>
                  <a:pt x="2511008" y="685800"/>
                  <a:pt x="2447923" y="685800"/>
                </a:cubicBezTo>
                <a:lnTo>
                  <a:pt x="114302" y="685800"/>
                </a:lnTo>
                <a:cubicBezTo>
                  <a:pt x="51217" y="685800"/>
                  <a:pt x="0" y="634583"/>
                  <a:pt x="0" y="5714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6" name="Shape 34"/>
          <p:cNvSpPr/>
          <p:nvPr/>
        </p:nvSpPr>
        <p:spPr>
          <a:xfrm>
            <a:off x="6505575" y="323850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85725" y="-9525"/>
                </a:moveTo>
                <a:cubicBezTo>
                  <a:pt x="101496" y="-9525"/>
                  <a:pt x="114300" y="3279"/>
                  <a:pt x="114300" y="19050"/>
                </a:cubicBezTo>
                <a:cubicBezTo>
                  <a:pt x="114300" y="34821"/>
                  <a:pt x="101496" y="47625"/>
                  <a:pt x="85725" y="47625"/>
                </a:cubicBezTo>
                <a:cubicBezTo>
                  <a:pt x="69954" y="47625"/>
                  <a:pt x="57150" y="34821"/>
                  <a:pt x="57150" y="19050"/>
                </a:cubicBezTo>
                <a:cubicBezTo>
                  <a:pt x="57150" y="3279"/>
                  <a:pt x="69954" y="-9525"/>
                  <a:pt x="85725" y="-9525"/>
                </a:cubicBezTo>
                <a:close/>
                <a:moveTo>
                  <a:pt x="14288" y="90488"/>
                </a:moveTo>
                <a:cubicBezTo>
                  <a:pt x="14288" y="69622"/>
                  <a:pt x="28277" y="51375"/>
                  <a:pt x="49143" y="41404"/>
                </a:cubicBezTo>
                <a:cubicBezTo>
                  <a:pt x="56674" y="53697"/>
                  <a:pt x="70247" y="61912"/>
                  <a:pt x="85725" y="61912"/>
                </a:cubicBezTo>
                <a:cubicBezTo>
                  <a:pt x="102304" y="61912"/>
                  <a:pt x="116711" y="52477"/>
                  <a:pt x="123825" y="38695"/>
                </a:cubicBezTo>
                <a:cubicBezTo>
                  <a:pt x="128528" y="35332"/>
                  <a:pt x="134273" y="33338"/>
                  <a:pt x="140494" y="33338"/>
                </a:cubicBezTo>
                <a:lnTo>
                  <a:pt x="146298" y="33338"/>
                </a:lnTo>
                <a:cubicBezTo>
                  <a:pt x="149394" y="33338"/>
                  <a:pt x="151656" y="36255"/>
                  <a:pt x="150912" y="39261"/>
                </a:cubicBezTo>
                <a:lnTo>
                  <a:pt x="145822" y="59591"/>
                </a:lnTo>
                <a:cubicBezTo>
                  <a:pt x="148769" y="63282"/>
                  <a:pt x="151239" y="67241"/>
                  <a:pt x="153085" y="71438"/>
                </a:cubicBezTo>
                <a:lnTo>
                  <a:pt x="159544" y="71438"/>
                </a:lnTo>
                <a:cubicBezTo>
                  <a:pt x="163503" y="71438"/>
                  <a:pt x="166688" y="74622"/>
                  <a:pt x="166688" y="78581"/>
                </a:cubicBezTo>
                <a:lnTo>
                  <a:pt x="166688" y="111919"/>
                </a:lnTo>
                <a:cubicBezTo>
                  <a:pt x="166688" y="115878"/>
                  <a:pt x="163503" y="119062"/>
                  <a:pt x="159544" y="119062"/>
                </a:cubicBezTo>
                <a:lnTo>
                  <a:pt x="147638" y="119062"/>
                </a:lnTo>
                <a:cubicBezTo>
                  <a:pt x="142726" y="125611"/>
                  <a:pt x="136178" y="130850"/>
                  <a:pt x="128588" y="134154"/>
                </a:cubicBezTo>
                <a:lnTo>
                  <a:pt x="128588" y="142875"/>
                </a:lnTo>
                <a:cubicBezTo>
                  <a:pt x="128588" y="148144"/>
                  <a:pt x="124331" y="152400"/>
                  <a:pt x="119062" y="152400"/>
                </a:cubicBezTo>
                <a:lnTo>
                  <a:pt x="109240" y="152400"/>
                </a:lnTo>
                <a:cubicBezTo>
                  <a:pt x="104983" y="152400"/>
                  <a:pt x="101263" y="149572"/>
                  <a:pt x="100072" y="145494"/>
                </a:cubicBezTo>
                <a:lnTo>
                  <a:pt x="97959" y="138113"/>
                </a:lnTo>
                <a:lnTo>
                  <a:pt x="73462" y="138113"/>
                </a:lnTo>
                <a:lnTo>
                  <a:pt x="71348" y="145494"/>
                </a:lnTo>
                <a:cubicBezTo>
                  <a:pt x="70187" y="149572"/>
                  <a:pt x="66467" y="152400"/>
                  <a:pt x="62210" y="152400"/>
                </a:cubicBezTo>
                <a:lnTo>
                  <a:pt x="52388" y="152400"/>
                </a:lnTo>
                <a:cubicBezTo>
                  <a:pt x="47119" y="152400"/>
                  <a:pt x="42863" y="148144"/>
                  <a:pt x="42863" y="142875"/>
                </a:cubicBezTo>
                <a:lnTo>
                  <a:pt x="42863" y="134154"/>
                </a:lnTo>
                <a:cubicBezTo>
                  <a:pt x="26045" y="126802"/>
                  <a:pt x="14288" y="110014"/>
                  <a:pt x="14288" y="90488"/>
                </a:cubicBezTo>
                <a:close/>
                <a:moveTo>
                  <a:pt x="126206" y="95250"/>
                </a:moveTo>
                <a:cubicBezTo>
                  <a:pt x="130149" y="95250"/>
                  <a:pt x="133350" y="92049"/>
                  <a:pt x="133350" y="88106"/>
                </a:cubicBezTo>
                <a:cubicBezTo>
                  <a:pt x="133350" y="84164"/>
                  <a:pt x="130149" y="80962"/>
                  <a:pt x="126206" y="80962"/>
                </a:cubicBezTo>
                <a:cubicBezTo>
                  <a:pt x="122264" y="80962"/>
                  <a:pt x="119062" y="84164"/>
                  <a:pt x="119062" y="88106"/>
                </a:cubicBezTo>
                <a:cubicBezTo>
                  <a:pt x="119062" y="92049"/>
                  <a:pt x="122264" y="95250"/>
                  <a:pt x="126206" y="9525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37" name="Text 35"/>
          <p:cNvSpPr/>
          <p:nvPr/>
        </p:nvSpPr>
        <p:spPr>
          <a:xfrm>
            <a:off x="6762750" y="3200400"/>
            <a:ext cx="1171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Budget Planning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496050" y="3467100"/>
            <a:ext cx="2400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Set and track monthly budget goals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9058275" y="3086100"/>
            <a:ext cx="2562225" cy="685800"/>
          </a:xfrm>
          <a:custGeom>
            <a:avLst/>
            <a:gdLst/>
            <a:ahLst/>
            <a:cxnLst/>
            <a:rect l="l" t="t" r="r" b="b"/>
            <a:pathLst>
              <a:path w="2562225" h="685800">
                <a:moveTo>
                  <a:pt x="114302" y="0"/>
                </a:moveTo>
                <a:lnTo>
                  <a:pt x="2447923" y="0"/>
                </a:lnTo>
                <a:cubicBezTo>
                  <a:pt x="2511008" y="0"/>
                  <a:pt x="2562225" y="51217"/>
                  <a:pt x="2562225" y="114302"/>
                </a:cubicBezTo>
                <a:lnTo>
                  <a:pt x="2562225" y="571498"/>
                </a:lnTo>
                <a:cubicBezTo>
                  <a:pt x="2562225" y="634583"/>
                  <a:pt x="2511008" y="685800"/>
                  <a:pt x="2447923" y="685800"/>
                </a:cubicBezTo>
                <a:lnTo>
                  <a:pt x="114302" y="685800"/>
                </a:lnTo>
                <a:cubicBezTo>
                  <a:pt x="51217" y="685800"/>
                  <a:pt x="0" y="634583"/>
                  <a:pt x="0" y="5714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0" name="Shape 38"/>
          <p:cNvSpPr/>
          <p:nvPr/>
        </p:nvSpPr>
        <p:spPr>
          <a:xfrm>
            <a:off x="9191625" y="32385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80933" y="6013"/>
                </a:moveTo>
                <a:cubicBezTo>
                  <a:pt x="78016" y="4346"/>
                  <a:pt x="74414" y="4346"/>
                  <a:pt x="71467" y="6013"/>
                </a:cubicBezTo>
                <a:lnTo>
                  <a:pt x="4792" y="44113"/>
                </a:lnTo>
                <a:cubicBezTo>
                  <a:pt x="1042" y="46256"/>
                  <a:pt x="-804" y="50661"/>
                  <a:pt x="298" y="54828"/>
                </a:cubicBezTo>
                <a:cubicBezTo>
                  <a:pt x="1399" y="58995"/>
                  <a:pt x="5209" y="61912"/>
                  <a:pt x="9525" y="61912"/>
                </a:cubicBezTo>
                <a:lnTo>
                  <a:pt x="19050" y="61912"/>
                </a:lnTo>
                <a:lnTo>
                  <a:pt x="19050" y="123825"/>
                </a:lnTo>
                <a:lnTo>
                  <a:pt x="19050" y="123825"/>
                </a:lnTo>
                <a:lnTo>
                  <a:pt x="3810" y="135255"/>
                </a:lnTo>
                <a:cubicBezTo>
                  <a:pt x="1399" y="137041"/>
                  <a:pt x="0" y="139869"/>
                  <a:pt x="0" y="142875"/>
                </a:cubicBezTo>
                <a:cubicBezTo>
                  <a:pt x="0" y="148144"/>
                  <a:pt x="4256" y="152400"/>
                  <a:pt x="9525" y="152400"/>
                </a:cubicBezTo>
                <a:lnTo>
                  <a:pt x="142875" y="152400"/>
                </a:lnTo>
                <a:cubicBezTo>
                  <a:pt x="148144" y="152400"/>
                  <a:pt x="152400" y="148144"/>
                  <a:pt x="152400" y="142875"/>
                </a:cubicBezTo>
                <a:cubicBezTo>
                  <a:pt x="152400" y="139869"/>
                  <a:pt x="151001" y="137041"/>
                  <a:pt x="148590" y="135255"/>
                </a:cubicBezTo>
                <a:lnTo>
                  <a:pt x="133350" y="123825"/>
                </a:lnTo>
                <a:lnTo>
                  <a:pt x="133350" y="61912"/>
                </a:lnTo>
                <a:lnTo>
                  <a:pt x="142875" y="61912"/>
                </a:lnTo>
                <a:cubicBezTo>
                  <a:pt x="147191" y="61912"/>
                  <a:pt x="150971" y="58995"/>
                  <a:pt x="152073" y="54828"/>
                </a:cubicBezTo>
                <a:cubicBezTo>
                  <a:pt x="153174" y="50661"/>
                  <a:pt x="151328" y="46256"/>
                  <a:pt x="147578" y="44113"/>
                </a:cubicBezTo>
                <a:lnTo>
                  <a:pt x="80903" y="6013"/>
                </a:lnTo>
                <a:close/>
                <a:moveTo>
                  <a:pt x="119062" y="61912"/>
                </a:moveTo>
                <a:lnTo>
                  <a:pt x="119062" y="123825"/>
                </a:lnTo>
                <a:lnTo>
                  <a:pt x="100013" y="123825"/>
                </a:lnTo>
                <a:lnTo>
                  <a:pt x="100013" y="61912"/>
                </a:lnTo>
                <a:lnTo>
                  <a:pt x="119062" y="61912"/>
                </a:lnTo>
                <a:close/>
                <a:moveTo>
                  <a:pt x="85725" y="61912"/>
                </a:moveTo>
                <a:lnTo>
                  <a:pt x="85725" y="123825"/>
                </a:lnTo>
                <a:lnTo>
                  <a:pt x="66675" y="123825"/>
                </a:lnTo>
                <a:lnTo>
                  <a:pt x="66675" y="61912"/>
                </a:lnTo>
                <a:lnTo>
                  <a:pt x="85725" y="61912"/>
                </a:lnTo>
                <a:close/>
                <a:moveTo>
                  <a:pt x="52388" y="61912"/>
                </a:moveTo>
                <a:lnTo>
                  <a:pt x="52388" y="123825"/>
                </a:lnTo>
                <a:lnTo>
                  <a:pt x="33338" y="123825"/>
                </a:lnTo>
                <a:lnTo>
                  <a:pt x="33338" y="61912"/>
                </a:lnTo>
                <a:lnTo>
                  <a:pt x="52388" y="61912"/>
                </a:lnTo>
                <a:close/>
                <a:moveTo>
                  <a:pt x="76200" y="28575"/>
                </a:moveTo>
                <a:cubicBezTo>
                  <a:pt x="81457" y="28575"/>
                  <a:pt x="85725" y="32843"/>
                  <a:pt x="85725" y="38100"/>
                </a:cubicBezTo>
                <a:cubicBezTo>
                  <a:pt x="85725" y="43357"/>
                  <a:pt x="81457" y="47625"/>
                  <a:pt x="76200" y="47625"/>
                </a:cubicBezTo>
                <a:cubicBezTo>
                  <a:pt x="70943" y="47625"/>
                  <a:pt x="66675" y="43357"/>
                  <a:pt x="66675" y="38100"/>
                </a:cubicBezTo>
                <a:cubicBezTo>
                  <a:pt x="66675" y="32843"/>
                  <a:pt x="70943" y="28575"/>
                  <a:pt x="76200" y="28575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41" name="Text 39"/>
          <p:cNvSpPr/>
          <p:nvPr/>
        </p:nvSpPr>
        <p:spPr>
          <a:xfrm>
            <a:off x="9439275" y="3200400"/>
            <a:ext cx="1171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Bank Integration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9172575" y="3467100"/>
            <a:ext cx="2400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Automatic transaction import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381750" y="3886200"/>
            <a:ext cx="2562225" cy="685800"/>
          </a:xfrm>
          <a:custGeom>
            <a:avLst/>
            <a:gdLst/>
            <a:ahLst/>
            <a:cxnLst/>
            <a:rect l="l" t="t" r="r" b="b"/>
            <a:pathLst>
              <a:path w="2562225" h="685800">
                <a:moveTo>
                  <a:pt x="114302" y="0"/>
                </a:moveTo>
                <a:lnTo>
                  <a:pt x="2447923" y="0"/>
                </a:lnTo>
                <a:cubicBezTo>
                  <a:pt x="2511008" y="0"/>
                  <a:pt x="2562225" y="51217"/>
                  <a:pt x="2562225" y="114302"/>
                </a:cubicBezTo>
                <a:lnTo>
                  <a:pt x="2562225" y="571498"/>
                </a:lnTo>
                <a:cubicBezTo>
                  <a:pt x="2562225" y="634583"/>
                  <a:pt x="2511008" y="685800"/>
                  <a:pt x="2447923" y="685800"/>
                </a:cubicBezTo>
                <a:lnTo>
                  <a:pt x="114302" y="685800"/>
                </a:lnTo>
                <a:cubicBezTo>
                  <a:pt x="51217" y="685800"/>
                  <a:pt x="0" y="634583"/>
                  <a:pt x="0" y="5714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4" name="Shape 42"/>
          <p:cNvSpPr/>
          <p:nvPr/>
        </p:nvSpPr>
        <p:spPr>
          <a:xfrm>
            <a:off x="6505575" y="403860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0" y="100013"/>
                </a:moveTo>
                <a:cubicBezTo>
                  <a:pt x="0" y="123676"/>
                  <a:pt x="19199" y="142875"/>
                  <a:pt x="42863" y="142875"/>
                </a:cubicBezTo>
                <a:lnTo>
                  <a:pt x="133350" y="142875"/>
                </a:lnTo>
                <a:cubicBezTo>
                  <a:pt x="154394" y="142875"/>
                  <a:pt x="171450" y="125819"/>
                  <a:pt x="171450" y="104775"/>
                </a:cubicBezTo>
                <a:cubicBezTo>
                  <a:pt x="171450" y="89416"/>
                  <a:pt x="162371" y="76170"/>
                  <a:pt x="149275" y="70158"/>
                </a:cubicBezTo>
                <a:cubicBezTo>
                  <a:pt x="151269" y="66258"/>
                  <a:pt x="152400" y="61823"/>
                  <a:pt x="152400" y="57150"/>
                </a:cubicBezTo>
                <a:cubicBezTo>
                  <a:pt x="152400" y="41374"/>
                  <a:pt x="139601" y="28575"/>
                  <a:pt x="123825" y="28575"/>
                </a:cubicBezTo>
                <a:cubicBezTo>
                  <a:pt x="118556" y="28575"/>
                  <a:pt x="113645" y="30004"/>
                  <a:pt x="109418" y="32474"/>
                </a:cubicBezTo>
                <a:cubicBezTo>
                  <a:pt x="102245" y="18842"/>
                  <a:pt x="87928" y="9525"/>
                  <a:pt x="71438" y="9525"/>
                </a:cubicBezTo>
                <a:cubicBezTo>
                  <a:pt x="47774" y="9525"/>
                  <a:pt x="28575" y="28724"/>
                  <a:pt x="28575" y="52388"/>
                </a:cubicBezTo>
                <a:cubicBezTo>
                  <a:pt x="28575" y="54769"/>
                  <a:pt x="28783" y="57120"/>
                  <a:pt x="29141" y="59382"/>
                </a:cubicBezTo>
                <a:cubicBezTo>
                  <a:pt x="12204" y="65097"/>
                  <a:pt x="0" y="81141"/>
                  <a:pt x="0" y="100013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45" name="Text 43"/>
          <p:cNvSpPr/>
          <p:nvPr/>
        </p:nvSpPr>
        <p:spPr>
          <a:xfrm>
            <a:off x="6762750" y="4000500"/>
            <a:ext cx="1038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 Storage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496050" y="4267200"/>
            <a:ext cx="2400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Remote database and backup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9058275" y="3886200"/>
            <a:ext cx="2562225" cy="685800"/>
          </a:xfrm>
          <a:custGeom>
            <a:avLst/>
            <a:gdLst/>
            <a:ahLst/>
            <a:cxnLst/>
            <a:rect l="l" t="t" r="r" b="b"/>
            <a:pathLst>
              <a:path w="2562225" h="685800">
                <a:moveTo>
                  <a:pt x="114302" y="0"/>
                </a:moveTo>
                <a:lnTo>
                  <a:pt x="2447923" y="0"/>
                </a:lnTo>
                <a:cubicBezTo>
                  <a:pt x="2511008" y="0"/>
                  <a:pt x="2562225" y="51217"/>
                  <a:pt x="2562225" y="114302"/>
                </a:cubicBezTo>
                <a:lnTo>
                  <a:pt x="2562225" y="571498"/>
                </a:lnTo>
                <a:cubicBezTo>
                  <a:pt x="2562225" y="634583"/>
                  <a:pt x="2511008" y="685800"/>
                  <a:pt x="2447923" y="685800"/>
                </a:cubicBezTo>
                <a:lnTo>
                  <a:pt x="114302" y="685800"/>
                </a:lnTo>
                <a:cubicBezTo>
                  <a:pt x="51217" y="685800"/>
                  <a:pt x="0" y="634583"/>
                  <a:pt x="0" y="5714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8" name="Shape 46"/>
          <p:cNvSpPr/>
          <p:nvPr/>
        </p:nvSpPr>
        <p:spPr>
          <a:xfrm>
            <a:off x="9191625" y="40386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288" y="19050"/>
                </a:moveTo>
                <a:cubicBezTo>
                  <a:pt x="6400" y="19050"/>
                  <a:pt x="0" y="25450"/>
                  <a:pt x="0" y="33338"/>
                </a:cubicBezTo>
                <a:cubicBezTo>
                  <a:pt x="0" y="37832"/>
                  <a:pt x="2113" y="42059"/>
                  <a:pt x="5715" y="44768"/>
                </a:cubicBezTo>
                <a:lnTo>
                  <a:pt x="67628" y="91202"/>
                </a:lnTo>
                <a:cubicBezTo>
                  <a:pt x="72717" y="95012"/>
                  <a:pt x="79683" y="95012"/>
                  <a:pt x="84773" y="91202"/>
                </a:cubicBezTo>
                <a:lnTo>
                  <a:pt x="146685" y="44767"/>
                </a:lnTo>
                <a:cubicBezTo>
                  <a:pt x="150287" y="42059"/>
                  <a:pt x="152400" y="37832"/>
                  <a:pt x="152400" y="33337"/>
                </a:cubicBezTo>
                <a:cubicBezTo>
                  <a:pt x="152400" y="25450"/>
                  <a:pt x="146000" y="19050"/>
                  <a:pt x="138113" y="19050"/>
                </a:cubicBezTo>
                <a:lnTo>
                  <a:pt x="14288" y="19050"/>
                </a:lnTo>
                <a:close/>
                <a:moveTo>
                  <a:pt x="0" y="58341"/>
                </a:moveTo>
                <a:lnTo>
                  <a:pt x="0" y="114300"/>
                </a:lnTo>
                <a:cubicBezTo>
                  <a:pt x="0" y="124807"/>
                  <a:pt x="8543" y="133350"/>
                  <a:pt x="19050" y="133350"/>
                </a:cubicBezTo>
                <a:lnTo>
                  <a:pt x="133350" y="133350"/>
                </a:lnTo>
                <a:cubicBezTo>
                  <a:pt x="143857" y="133350"/>
                  <a:pt x="152400" y="124807"/>
                  <a:pt x="152400" y="114300"/>
                </a:cubicBezTo>
                <a:lnTo>
                  <a:pt x="152400" y="58341"/>
                </a:lnTo>
                <a:lnTo>
                  <a:pt x="93345" y="102632"/>
                </a:lnTo>
                <a:cubicBezTo>
                  <a:pt x="83195" y="110252"/>
                  <a:pt x="69205" y="110252"/>
                  <a:pt x="59055" y="102632"/>
                </a:cubicBezTo>
                <a:lnTo>
                  <a:pt x="0" y="58341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49" name="Text 47"/>
          <p:cNvSpPr/>
          <p:nvPr/>
        </p:nvSpPr>
        <p:spPr>
          <a:xfrm>
            <a:off x="9439275" y="4000500"/>
            <a:ext cx="1200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Email Reminders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9172575" y="4267200"/>
            <a:ext cx="2400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Bill payment notifications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381750" y="4686300"/>
            <a:ext cx="2562225" cy="685800"/>
          </a:xfrm>
          <a:custGeom>
            <a:avLst/>
            <a:gdLst/>
            <a:ahLst/>
            <a:cxnLst/>
            <a:rect l="l" t="t" r="r" b="b"/>
            <a:pathLst>
              <a:path w="2562225" h="685800">
                <a:moveTo>
                  <a:pt x="114302" y="0"/>
                </a:moveTo>
                <a:lnTo>
                  <a:pt x="2447923" y="0"/>
                </a:lnTo>
                <a:cubicBezTo>
                  <a:pt x="2511008" y="0"/>
                  <a:pt x="2562225" y="51217"/>
                  <a:pt x="2562225" y="114302"/>
                </a:cubicBezTo>
                <a:lnTo>
                  <a:pt x="2562225" y="571498"/>
                </a:lnTo>
                <a:cubicBezTo>
                  <a:pt x="2562225" y="634583"/>
                  <a:pt x="2511008" y="685800"/>
                  <a:pt x="2447923" y="685800"/>
                </a:cubicBezTo>
                <a:lnTo>
                  <a:pt x="114302" y="685800"/>
                </a:lnTo>
                <a:cubicBezTo>
                  <a:pt x="51217" y="685800"/>
                  <a:pt x="0" y="634583"/>
                  <a:pt x="0" y="5714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2" name="Shape 50"/>
          <p:cNvSpPr/>
          <p:nvPr/>
        </p:nvSpPr>
        <p:spPr>
          <a:xfrm>
            <a:off x="6524625" y="48387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9050" y="9525"/>
                </a:moveTo>
                <a:cubicBezTo>
                  <a:pt x="8543" y="9525"/>
                  <a:pt x="0" y="18068"/>
                  <a:pt x="0" y="28575"/>
                </a:cubicBezTo>
                <a:lnTo>
                  <a:pt x="0" y="123825"/>
                </a:lnTo>
                <a:cubicBezTo>
                  <a:pt x="0" y="134332"/>
                  <a:pt x="8543" y="142875"/>
                  <a:pt x="19050" y="142875"/>
                </a:cubicBezTo>
                <a:lnTo>
                  <a:pt x="114300" y="142875"/>
                </a:lnTo>
                <a:cubicBezTo>
                  <a:pt x="124807" y="142875"/>
                  <a:pt x="133350" y="134332"/>
                  <a:pt x="133350" y="123825"/>
                </a:cubicBezTo>
                <a:lnTo>
                  <a:pt x="133350" y="51584"/>
                </a:lnTo>
                <a:cubicBezTo>
                  <a:pt x="133350" y="46524"/>
                  <a:pt x="131356" y="41672"/>
                  <a:pt x="127784" y="38100"/>
                </a:cubicBezTo>
                <a:lnTo>
                  <a:pt x="104775" y="15091"/>
                </a:lnTo>
                <a:cubicBezTo>
                  <a:pt x="101203" y="11519"/>
                  <a:pt x="96351" y="9525"/>
                  <a:pt x="91291" y="9525"/>
                </a:cubicBezTo>
                <a:lnTo>
                  <a:pt x="19050" y="9525"/>
                </a:lnTo>
                <a:close/>
                <a:moveTo>
                  <a:pt x="28575" y="38100"/>
                </a:moveTo>
                <a:cubicBezTo>
                  <a:pt x="28575" y="32831"/>
                  <a:pt x="32831" y="28575"/>
                  <a:pt x="38100" y="28575"/>
                </a:cubicBezTo>
                <a:lnTo>
                  <a:pt x="85725" y="28575"/>
                </a:lnTo>
                <a:cubicBezTo>
                  <a:pt x="90994" y="28575"/>
                  <a:pt x="95250" y="32831"/>
                  <a:pt x="95250" y="38100"/>
                </a:cubicBezTo>
                <a:lnTo>
                  <a:pt x="95250" y="57150"/>
                </a:lnTo>
                <a:cubicBezTo>
                  <a:pt x="95250" y="62419"/>
                  <a:pt x="90994" y="66675"/>
                  <a:pt x="85725" y="66675"/>
                </a:cubicBezTo>
                <a:lnTo>
                  <a:pt x="38100" y="66675"/>
                </a:lnTo>
                <a:cubicBezTo>
                  <a:pt x="32831" y="66675"/>
                  <a:pt x="28575" y="62419"/>
                  <a:pt x="28575" y="57150"/>
                </a:cubicBezTo>
                <a:lnTo>
                  <a:pt x="28575" y="38100"/>
                </a:lnTo>
                <a:close/>
                <a:moveTo>
                  <a:pt x="66675" y="85725"/>
                </a:moveTo>
                <a:cubicBezTo>
                  <a:pt x="77189" y="85725"/>
                  <a:pt x="85725" y="94261"/>
                  <a:pt x="85725" y="104775"/>
                </a:cubicBezTo>
                <a:cubicBezTo>
                  <a:pt x="85725" y="115289"/>
                  <a:pt x="77189" y="123825"/>
                  <a:pt x="66675" y="123825"/>
                </a:cubicBezTo>
                <a:cubicBezTo>
                  <a:pt x="56161" y="123825"/>
                  <a:pt x="47625" y="115289"/>
                  <a:pt x="47625" y="104775"/>
                </a:cubicBezTo>
                <a:cubicBezTo>
                  <a:pt x="47625" y="94261"/>
                  <a:pt x="56161" y="85725"/>
                  <a:pt x="66675" y="85725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53" name="Text 51"/>
          <p:cNvSpPr/>
          <p:nvPr/>
        </p:nvSpPr>
        <p:spPr>
          <a:xfrm>
            <a:off x="6762750" y="4800600"/>
            <a:ext cx="923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Backup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496050" y="5067300"/>
            <a:ext cx="2400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Export and recovery options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9058275" y="4686300"/>
            <a:ext cx="2562225" cy="685800"/>
          </a:xfrm>
          <a:custGeom>
            <a:avLst/>
            <a:gdLst/>
            <a:ahLst/>
            <a:cxnLst/>
            <a:rect l="l" t="t" r="r" b="b"/>
            <a:pathLst>
              <a:path w="2562225" h="685800">
                <a:moveTo>
                  <a:pt x="114302" y="0"/>
                </a:moveTo>
                <a:lnTo>
                  <a:pt x="2447923" y="0"/>
                </a:lnTo>
                <a:cubicBezTo>
                  <a:pt x="2511008" y="0"/>
                  <a:pt x="2562225" y="51217"/>
                  <a:pt x="2562225" y="114302"/>
                </a:cubicBezTo>
                <a:lnTo>
                  <a:pt x="2562225" y="571498"/>
                </a:lnTo>
                <a:cubicBezTo>
                  <a:pt x="2562225" y="634583"/>
                  <a:pt x="2511008" y="685800"/>
                  <a:pt x="2447923" y="685800"/>
                </a:cubicBezTo>
                <a:lnTo>
                  <a:pt x="114302" y="685800"/>
                </a:lnTo>
                <a:cubicBezTo>
                  <a:pt x="51217" y="685800"/>
                  <a:pt x="0" y="634583"/>
                  <a:pt x="0" y="5714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6" name="Shape 54"/>
          <p:cNvSpPr/>
          <p:nvPr/>
        </p:nvSpPr>
        <p:spPr>
          <a:xfrm>
            <a:off x="9201150" y="48387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66675" y="0"/>
                </a:moveTo>
                <a:cubicBezTo>
                  <a:pt x="61406" y="0"/>
                  <a:pt x="57150" y="4256"/>
                  <a:pt x="57150" y="9525"/>
                </a:cubicBezTo>
                <a:lnTo>
                  <a:pt x="57150" y="10478"/>
                </a:lnTo>
                <a:cubicBezTo>
                  <a:pt x="35421" y="14883"/>
                  <a:pt x="19050" y="34111"/>
                  <a:pt x="19050" y="57150"/>
                </a:cubicBezTo>
                <a:lnTo>
                  <a:pt x="19050" y="63609"/>
                </a:lnTo>
                <a:cubicBezTo>
                  <a:pt x="19050" y="77926"/>
                  <a:pt x="14168" y="91827"/>
                  <a:pt x="5239" y="103019"/>
                </a:cubicBezTo>
                <a:lnTo>
                  <a:pt x="2322" y="106650"/>
                </a:lnTo>
                <a:cubicBezTo>
                  <a:pt x="804" y="108525"/>
                  <a:pt x="0" y="110847"/>
                  <a:pt x="0" y="113258"/>
                </a:cubicBezTo>
                <a:cubicBezTo>
                  <a:pt x="0" y="119092"/>
                  <a:pt x="4733" y="123825"/>
                  <a:pt x="10567" y="123825"/>
                </a:cubicBezTo>
                <a:lnTo>
                  <a:pt x="122753" y="123825"/>
                </a:lnTo>
                <a:cubicBezTo>
                  <a:pt x="128588" y="123825"/>
                  <a:pt x="133320" y="119092"/>
                  <a:pt x="133320" y="113258"/>
                </a:cubicBezTo>
                <a:cubicBezTo>
                  <a:pt x="133320" y="110847"/>
                  <a:pt x="132517" y="108525"/>
                  <a:pt x="130999" y="106650"/>
                </a:cubicBezTo>
                <a:lnTo>
                  <a:pt x="128081" y="103019"/>
                </a:lnTo>
                <a:cubicBezTo>
                  <a:pt x="119182" y="91827"/>
                  <a:pt x="114300" y="77926"/>
                  <a:pt x="114300" y="63609"/>
                </a:cubicBezTo>
                <a:lnTo>
                  <a:pt x="114300" y="57150"/>
                </a:lnTo>
                <a:cubicBezTo>
                  <a:pt x="114300" y="34111"/>
                  <a:pt x="97929" y="14883"/>
                  <a:pt x="76200" y="10477"/>
                </a:cubicBezTo>
                <a:lnTo>
                  <a:pt x="76200" y="9525"/>
                </a:lnTo>
                <a:cubicBezTo>
                  <a:pt x="76200" y="4256"/>
                  <a:pt x="71944" y="0"/>
                  <a:pt x="66675" y="0"/>
                </a:cubicBezTo>
                <a:close/>
                <a:moveTo>
                  <a:pt x="48220" y="138113"/>
                </a:moveTo>
                <a:cubicBezTo>
                  <a:pt x="50334" y="146328"/>
                  <a:pt x="57805" y="152400"/>
                  <a:pt x="66675" y="152400"/>
                </a:cubicBezTo>
                <a:cubicBezTo>
                  <a:pt x="75545" y="152400"/>
                  <a:pt x="83016" y="146328"/>
                  <a:pt x="85130" y="138113"/>
                </a:cubicBezTo>
                <a:lnTo>
                  <a:pt x="48220" y="138113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57" name="Text 55"/>
          <p:cNvSpPr/>
          <p:nvPr/>
        </p:nvSpPr>
        <p:spPr>
          <a:xfrm>
            <a:off x="9439275" y="4800600"/>
            <a:ext cx="942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Notifications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9172575" y="5067300"/>
            <a:ext cx="2400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Spending alerts and insights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381000" y="5715000"/>
            <a:ext cx="11430000" cy="800100"/>
          </a:xfrm>
          <a:custGeom>
            <a:avLst/>
            <a:gdLst/>
            <a:ahLst/>
            <a:cxnLst/>
            <a:rect l="l" t="t" r="r" b="b"/>
            <a:pathLst>
              <a:path w="11430000" h="800100">
                <a:moveTo>
                  <a:pt x="114302" y="0"/>
                </a:moveTo>
                <a:lnTo>
                  <a:pt x="11315698" y="0"/>
                </a:lnTo>
                <a:cubicBezTo>
                  <a:pt x="11378783" y="0"/>
                  <a:pt x="11430000" y="51217"/>
                  <a:pt x="11430000" y="114302"/>
                </a:cubicBezTo>
                <a:lnTo>
                  <a:pt x="11430000" y="685798"/>
                </a:lnTo>
                <a:cubicBezTo>
                  <a:pt x="11430000" y="748883"/>
                  <a:pt x="11378783" y="800100"/>
                  <a:pt x="11315698" y="800100"/>
                </a:cubicBezTo>
                <a:lnTo>
                  <a:pt x="114302" y="800100"/>
                </a:lnTo>
                <a:cubicBezTo>
                  <a:pt x="51217" y="800100"/>
                  <a:pt x="0" y="748883"/>
                  <a:pt x="0" y="6857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60" name="Shape 58"/>
          <p:cNvSpPr/>
          <p:nvPr/>
        </p:nvSpPr>
        <p:spPr>
          <a:xfrm>
            <a:off x="538163" y="600075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21431" y="87422"/>
                </a:moveTo>
                <a:lnTo>
                  <a:pt x="114836" y="125864"/>
                </a:lnTo>
                <a:cubicBezTo>
                  <a:pt x="119211" y="127650"/>
                  <a:pt x="123855" y="128588"/>
                  <a:pt x="128588" y="128588"/>
                </a:cubicBezTo>
                <a:cubicBezTo>
                  <a:pt x="133320" y="128588"/>
                  <a:pt x="137964" y="127650"/>
                  <a:pt x="142339" y="125864"/>
                </a:cubicBezTo>
                <a:lnTo>
                  <a:pt x="250567" y="81305"/>
                </a:lnTo>
                <a:cubicBezTo>
                  <a:pt x="254585" y="79653"/>
                  <a:pt x="257175" y="75768"/>
                  <a:pt x="257175" y="71437"/>
                </a:cubicBezTo>
                <a:cubicBezTo>
                  <a:pt x="257175" y="67107"/>
                  <a:pt x="254585" y="63222"/>
                  <a:pt x="250567" y="61570"/>
                </a:cubicBezTo>
                <a:lnTo>
                  <a:pt x="142339" y="17011"/>
                </a:lnTo>
                <a:cubicBezTo>
                  <a:pt x="137964" y="15225"/>
                  <a:pt x="133320" y="14288"/>
                  <a:pt x="128588" y="14288"/>
                </a:cubicBezTo>
                <a:cubicBezTo>
                  <a:pt x="123855" y="14288"/>
                  <a:pt x="119211" y="15225"/>
                  <a:pt x="114836" y="17011"/>
                </a:cubicBezTo>
                <a:lnTo>
                  <a:pt x="6608" y="61570"/>
                </a:lnTo>
                <a:cubicBezTo>
                  <a:pt x="2590" y="63222"/>
                  <a:pt x="0" y="67107"/>
                  <a:pt x="0" y="71438"/>
                </a:cubicBezTo>
                <a:lnTo>
                  <a:pt x="0" y="203597"/>
                </a:lnTo>
                <a:cubicBezTo>
                  <a:pt x="0" y="209535"/>
                  <a:pt x="4777" y="214313"/>
                  <a:pt x="10716" y="214313"/>
                </a:cubicBezTo>
                <a:cubicBezTo>
                  <a:pt x="16654" y="214313"/>
                  <a:pt x="21431" y="209535"/>
                  <a:pt x="21431" y="203597"/>
                </a:cubicBezTo>
                <a:lnTo>
                  <a:pt x="21431" y="87422"/>
                </a:lnTo>
                <a:close/>
                <a:moveTo>
                  <a:pt x="42863" y="119435"/>
                </a:moveTo>
                <a:lnTo>
                  <a:pt x="42863" y="171450"/>
                </a:lnTo>
                <a:cubicBezTo>
                  <a:pt x="42863" y="195114"/>
                  <a:pt x="81260" y="214313"/>
                  <a:pt x="128588" y="214313"/>
                </a:cubicBezTo>
                <a:cubicBezTo>
                  <a:pt x="175915" y="214313"/>
                  <a:pt x="214313" y="195114"/>
                  <a:pt x="214313" y="171450"/>
                </a:cubicBezTo>
                <a:lnTo>
                  <a:pt x="214313" y="119390"/>
                </a:lnTo>
                <a:lnTo>
                  <a:pt x="150510" y="145688"/>
                </a:lnTo>
                <a:cubicBezTo>
                  <a:pt x="143545" y="148545"/>
                  <a:pt x="136133" y="150019"/>
                  <a:pt x="128588" y="150019"/>
                </a:cubicBezTo>
                <a:cubicBezTo>
                  <a:pt x="121042" y="150019"/>
                  <a:pt x="113630" y="148545"/>
                  <a:pt x="106665" y="145688"/>
                </a:cubicBezTo>
                <a:lnTo>
                  <a:pt x="42863" y="119390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61" name="Text 59"/>
          <p:cNvSpPr/>
          <p:nvPr/>
        </p:nvSpPr>
        <p:spPr>
          <a:xfrm>
            <a:off x="911622" y="5867400"/>
            <a:ext cx="108204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Learning Outcome: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This project demonstrates practical knowledge of web development, database management, and software design principles through a real-world application.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cdn.dribbble.com/75ecc33dcac6e06bec3fadb94d0cad0d8a3e743e.pn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rcRect l="0" r="0" t="12500" b="1250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2563EB">
                  <a:alpha val="95000"/>
                </a:srgbClr>
              </a:gs>
              <a:gs pos="50000">
                <a:srgbClr val="2563EB">
                  <a:alpha val="90000"/>
                </a:srgbClr>
              </a:gs>
              <a:gs pos="100000">
                <a:srgbClr val="10B981">
                  <a:alpha val="85000"/>
                </a:srgbClr>
              </a:gs>
            </a:gsLst>
            <a:lin ang="270000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238125" y="381000"/>
            <a:ext cx="11715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Transforming Financial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4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Chaos into Clarity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486400" y="196215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6" name="Shape 3"/>
          <p:cNvSpPr/>
          <p:nvPr/>
        </p:nvSpPr>
        <p:spPr>
          <a:xfrm>
            <a:off x="381000" y="2305050"/>
            <a:ext cx="3657600" cy="2381250"/>
          </a:xfrm>
          <a:custGeom>
            <a:avLst/>
            <a:gdLst/>
            <a:ahLst/>
            <a:cxnLst/>
            <a:rect l="l" t="t" r="r" b="b"/>
            <a:pathLst>
              <a:path w="3657600" h="2381250">
                <a:moveTo>
                  <a:pt x="152400" y="0"/>
                </a:moveTo>
                <a:lnTo>
                  <a:pt x="3505200" y="0"/>
                </a:lnTo>
                <a:cubicBezTo>
                  <a:pt x="3589312" y="0"/>
                  <a:pt x="3657600" y="68288"/>
                  <a:pt x="3657600" y="152400"/>
                </a:cubicBezTo>
                <a:lnTo>
                  <a:pt x="3657600" y="2228850"/>
                </a:lnTo>
                <a:cubicBezTo>
                  <a:pt x="3657600" y="2312962"/>
                  <a:pt x="3589312" y="2381250"/>
                  <a:pt x="3505200" y="2381250"/>
                </a:cubicBezTo>
                <a:lnTo>
                  <a:pt x="152400" y="2381250"/>
                </a:lnTo>
                <a:cubicBezTo>
                  <a:pt x="68288" y="2381250"/>
                  <a:pt x="0" y="2312962"/>
                  <a:pt x="0" y="222885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1905000" y="25336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2033588" y="2695575"/>
            <a:ext cx="357188" cy="285750"/>
          </a:xfrm>
          <a:custGeom>
            <a:avLst/>
            <a:gdLst/>
            <a:ahLst/>
            <a:cxnLst/>
            <a:rect l="l" t="t" r="r" b="b"/>
            <a:pathLst>
              <a:path w="357188" h="285750">
                <a:moveTo>
                  <a:pt x="35719" y="53578"/>
                </a:moveTo>
                <a:cubicBezTo>
                  <a:pt x="35719" y="33877"/>
                  <a:pt x="51736" y="17859"/>
                  <a:pt x="71438" y="17859"/>
                </a:cubicBezTo>
                <a:lnTo>
                  <a:pt x="285750" y="17859"/>
                </a:lnTo>
                <a:cubicBezTo>
                  <a:pt x="305451" y="17859"/>
                  <a:pt x="321469" y="33877"/>
                  <a:pt x="321469" y="53578"/>
                </a:cubicBezTo>
                <a:lnTo>
                  <a:pt x="321469" y="187523"/>
                </a:lnTo>
                <a:lnTo>
                  <a:pt x="285750" y="187523"/>
                </a:lnTo>
                <a:lnTo>
                  <a:pt x="285750" y="53578"/>
                </a:lnTo>
                <a:lnTo>
                  <a:pt x="71438" y="53578"/>
                </a:lnTo>
                <a:lnTo>
                  <a:pt x="71438" y="187523"/>
                </a:lnTo>
                <a:lnTo>
                  <a:pt x="35719" y="187523"/>
                </a:lnTo>
                <a:lnTo>
                  <a:pt x="35719" y="53578"/>
                </a:lnTo>
                <a:close/>
                <a:moveTo>
                  <a:pt x="0" y="225028"/>
                </a:moveTo>
                <a:cubicBezTo>
                  <a:pt x="0" y="219112"/>
                  <a:pt x="4800" y="214313"/>
                  <a:pt x="10716" y="214313"/>
                </a:cubicBezTo>
                <a:lnTo>
                  <a:pt x="346472" y="214313"/>
                </a:lnTo>
                <a:cubicBezTo>
                  <a:pt x="352388" y="214313"/>
                  <a:pt x="357188" y="219112"/>
                  <a:pt x="357188" y="225028"/>
                </a:cubicBezTo>
                <a:cubicBezTo>
                  <a:pt x="357188" y="248692"/>
                  <a:pt x="337989" y="267891"/>
                  <a:pt x="314325" y="267891"/>
                </a:cubicBezTo>
                <a:lnTo>
                  <a:pt x="42863" y="267891"/>
                </a:lnTo>
                <a:cubicBezTo>
                  <a:pt x="19199" y="267891"/>
                  <a:pt x="0" y="248692"/>
                  <a:pt x="0" y="225028"/>
                </a:cubicBezTo>
                <a:close/>
                <a:moveTo>
                  <a:pt x="156828" y="116644"/>
                </a:moveTo>
                <a:lnTo>
                  <a:pt x="139526" y="133945"/>
                </a:lnTo>
                <a:lnTo>
                  <a:pt x="156828" y="151247"/>
                </a:lnTo>
                <a:cubicBezTo>
                  <a:pt x="162074" y="156493"/>
                  <a:pt x="162074" y="164976"/>
                  <a:pt x="156828" y="170166"/>
                </a:cubicBezTo>
                <a:cubicBezTo>
                  <a:pt x="151581" y="175357"/>
                  <a:pt x="143098" y="175413"/>
                  <a:pt x="137908" y="170166"/>
                </a:cubicBezTo>
                <a:lnTo>
                  <a:pt x="111119" y="143377"/>
                </a:lnTo>
                <a:cubicBezTo>
                  <a:pt x="105873" y="138131"/>
                  <a:pt x="105873" y="129648"/>
                  <a:pt x="111119" y="124458"/>
                </a:cubicBezTo>
                <a:lnTo>
                  <a:pt x="137908" y="97668"/>
                </a:lnTo>
                <a:cubicBezTo>
                  <a:pt x="143154" y="92422"/>
                  <a:pt x="151637" y="92422"/>
                  <a:pt x="156828" y="97668"/>
                </a:cubicBezTo>
                <a:cubicBezTo>
                  <a:pt x="162018" y="102915"/>
                  <a:pt x="162074" y="111398"/>
                  <a:pt x="156828" y="116588"/>
                </a:cubicBezTo>
                <a:close/>
                <a:moveTo>
                  <a:pt x="219335" y="97668"/>
                </a:moveTo>
                <a:lnTo>
                  <a:pt x="246125" y="124458"/>
                </a:lnTo>
                <a:cubicBezTo>
                  <a:pt x="251371" y="129704"/>
                  <a:pt x="251371" y="138187"/>
                  <a:pt x="246125" y="143377"/>
                </a:cubicBezTo>
                <a:lnTo>
                  <a:pt x="219335" y="170166"/>
                </a:lnTo>
                <a:cubicBezTo>
                  <a:pt x="214089" y="175413"/>
                  <a:pt x="205606" y="175413"/>
                  <a:pt x="200416" y="170166"/>
                </a:cubicBezTo>
                <a:cubicBezTo>
                  <a:pt x="195225" y="164920"/>
                  <a:pt x="195169" y="156437"/>
                  <a:pt x="200416" y="151247"/>
                </a:cubicBezTo>
                <a:lnTo>
                  <a:pt x="217717" y="133945"/>
                </a:lnTo>
                <a:lnTo>
                  <a:pt x="200416" y="116644"/>
                </a:lnTo>
                <a:cubicBezTo>
                  <a:pt x="195169" y="111398"/>
                  <a:pt x="195169" y="102915"/>
                  <a:pt x="200416" y="97724"/>
                </a:cubicBezTo>
                <a:cubicBezTo>
                  <a:pt x="205662" y="92534"/>
                  <a:pt x="214145" y="92478"/>
                  <a:pt x="219335" y="9772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6"/>
          <p:cNvSpPr/>
          <p:nvPr/>
        </p:nvSpPr>
        <p:spPr>
          <a:xfrm>
            <a:off x="552450" y="3295650"/>
            <a:ext cx="3314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Digital Solution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71500" y="3714750"/>
            <a:ext cx="32766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Replaces manual record-keeping with an automated system that stores data securely and provides meaningful financial insights.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267200" y="2305050"/>
            <a:ext cx="3657600" cy="2381250"/>
          </a:xfrm>
          <a:custGeom>
            <a:avLst/>
            <a:gdLst/>
            <a:ahLst/>
            <a:cxnLst/>
            <a:rect l="l" t="t" r="r" b="b"/>
            <a:pathLst>
              <a:path w="3657600" h="2381250">
                <a:moveTo>
                  <a:pt x="152400" y="0"/>
                </a:moveTo>
                <a:lnTo>
                  <a:pt x="3505200" y="0"/>
                </a:lnTo>
                <a:cubicBezTo>
                  <a:pt x="3589312" y="0"/>
                  <a:pt x="3657600" y="68288"/>
                  <a:pt x="3657600" y="152400"/>
                </a:cubicBezTo>
                <a:lnTo>
                  <a:pt x="3657600" y="2228850"/>
                </a:lnTo>
                <a:cubicBezTo>
                  <a:pt x="3657600" y="2312962"/>
                  <a:pt x="3589312" y="2381250"/>
                  <a:pt x="3505200" y="2381250"/>
                </a:cubicBezTo>
                <a:lnTo>
                  <a:pt x="152400" y="2381250"/>
                </a:lnTo>
                <a:cubicBezTo>
                  <a:pt x="68288" y="2381250"/>
                  <a:pt x="0" y="2312962"/>
                  <a:pt x="0" y="222885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5791200" y="25336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955506" y="269557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35719" y="35719"/>
                </a:moveTo>
                <a:cubicBezTo>
                  <a:pt x="35719" y="25840"/>
                  <a:pt x="27738" y="17859"/>
                  <a:pt x="17859" y="17859"/>
                </a:cubicBezTo>
                <a:cubicBezTo>
                  <a:pt x="7981" y="17859"/>
                  <a:pt x="0" y="25840"/>
                  <a:pt x="0" y="35719"/>
                </a:cubicBezTo>
                <a:lnTo>
                  <a:pt x="0" y="223242"/>
                </a:lnTo>
                <a:cubicBezTo>
                  <a:pt x="0" y="247910"/>
                  <a:pt x="19980" y="267891"/>
                  <a:pt x="44648" y="267891"/>
                </a:cubicBezTo>
                <a:lnTo>
                  <a:pt x="267891" y="267891"/>
                </a:lnTo>
                <a:cubicBezTo>
                  <a:pt x="277769" y="267891"/>
                  <a:pt x="285750" y="259910"/>
                  <a:pt x="285750" y="250031"/>
                </a:cubicBezTo>
                <a:cubicBezTo>
                  <a:pt x="285750" y="240153"/>
                  <a:pt x="277769" y="232172"/>
                  <a:pt x="267891" y="232172"/>
                </a:cubicBezTo>
                <a:lnTo>
                  <a:pt x="44648" y="232172"/>
                </a:lnTo>
                <a:cubicBezTo>
                  <a:pt x="39737" y="232172"/>
                  <a:pt x="35719" y="228154"/>
                  <a:pt x="35719" y="223242"/>
                </a:cubicBezTo>
                <a:lnTo>
                  <a:pt x="35719" y="35719"/>
                </a:lnTo>
                <a:close/>
                <a:moveTo>
                  <a:pt x="262644" y="84051"/>
                </a:moveTo>
                <a:cubicBezTo>
                  <a:pt x="269621" y="77074"/>
                  <a:pt x="269621" y="65745"/>
                  <a:pt x="262644" y="58769"/>
                </a:cubicBezTo>
                <a:cubicBezTo>
                  <a:pt x="255668" y="51792"/>
                  <a:pt x="244339" y="51792"/>
                  <a:pt x="237362" y="58769"/>
                </a:cubicBezTo>
                <a:lnTo>
                  <a:pt x="178594" y="117593"/>
                </a:lnTo>
                <a:lnTo>
                  <a:pt x="146558" y="85613"/>
                </a:lnTo>
                <a:cubicBezTo>
                  <a:pt x="139582" y="78637"/>
                  <a:pt x="128253" y="78637"/>
                  <a:pt x="121276" y="85613"/>
                </a:cubicBezTo>
                <a:lnTo>
                  <a:pt x="67698" y="139192"/>
                </a:lnTo>
                <a:cubicBezTo>
                  <a:pt x="60722" y="146168"/>
                  <a:pt x="60722" y="157497"/>
                  <a:pt x="67698" y="164474"/>
                </a:cubicBezTo>
                <a:cubicBezTo>
                  <a:pt x="74675" y="171450"/>
                  <a:pt x="86004" y="171450"/>
                  <a:pt x="92980" y="164474"/>
                </a:cubicBezTo>
                <a:lnTo>
                  <a:pt x="133945" y="123509"/>
                </a:lnTo>
                <a:lnTo>
                  <a:pt x="165981" y="155544"/>
                </a:lnTo>
                <a:cubicBezTo>
                  <a:pt x="172957" y="162520"/>
                  <a:pt x="184286" y="162520"/>
                  <a:pt x="191263" y="155544"/>
                </a:cubicBezTo>
                <a:lnTo>
                  <a:pt x="262700" y="84106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4438650" y="3295650"/>
            <a:ext cx="3314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Financial Discipline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457700" y="3714750"/>
            <a:ext cx="32766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Helps users monitor spending habits, avoid overspending, and maintain better control over their personal finances.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8153400" y="2305050"/>
            <a:ext cx="3657600" cy="2381250"/>
          </a:xfrm>
          <a:custGeom>
            <a:avLst/>
            <a:gdLst/>
            <a:ahLst/>
            <a:cxnLst/>
            <a:rect l="l" t="t" r="r" b="b"/>
            <a:pathLst>
              <a:path w="3657600" h="2381250">
                <a:moveTo>
                  <a:pt x="152400" y="0"/>
                </a:moveTo>
                <a:lnTo>
                  <a:pt x="3505200" y="0"/>
                </a:lnTo>
                <a:cubicBezTo>
                  <a:pt x="3589312" y="0"/>
                  <a:pt x="3657600" y="68288"/>
                  <a:pt x="3657600" y="152400"/>
                </a:cubicBezTo>
                <a:lnTo>
                  <a:pt x="3657600" y="2228850"/>
                </a:lnTo>
                <a:cubicBezTo>
                  <a:pt x="3657600" y="2312962"/>
                  <a:pt x="3589312" y="2381250"/>
                  <a:pt x="3505200" y="2381250"/>
                </a:cubicBezTo>
                <a:lnTo>
                  <a:pt x="152400" y="2381250"/>
                </a:lnTo>
                <a:cubicBezTo>
                  <a:pt x="68288" y="2381250"/>
                  <a:pt x="0" y="2312962"/>
                  <a:pt x="0" y="222885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9677400" y="25336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9859566" y="2695575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137238" y="-14455"/>
                </a:moveTo>
                <a:cubicBezTo>
                  <a:pt x="129760" y="-19031"/>
                  <a:pt x="120328" y="-19031"/>
                  <a:pt x="112849" y="-14455"/>
                </a:cubicBezTo>
                <a:cubicBezTo>
                  <a:pt x="99231" y="-6139"/>
                  <a:pt x="90804" y="-3907"/>
                  <a:pt x="74842" y="-4242"/>
                </a:cubicBezTo>
                <a:cubicBezTo>
                  <a:pt x="66080" y="-4465"/>
                  <a:pt x="57931" y="279"/>
                  <a:pt x="53690" y="7981"/>
                </a:cubicBezTo>
                <a:cubicBezTo>
                  <a:pt x="46044" y="21989"/>
                  <a:pt x="39849" y="28184"/>
                  <a:pt x="25840" y="35830"/>
                </a:cubicBezTo>
                <a:cubicBezTo>
                  <a:pt x="18138" y="40016"/>
                  <a:pt x="13450" y="48220"/>
                  <a:pt x="13618" y="56983"/>
                </a:cubicBezTo>
                <a:cubicBezTo>
                  <a:pt x="14008" y="72944"/>
                  <a:pt x="11720" y="81372"/>
                  <a:pt x="3404" y="94990"/>
                </a:cubicBezTo>
                <a:cubicBezTo>
                  <a:pt x="-1172" y="102468"/>
                  <a:pt x="-1172" y="111900"/>
                  <a:pt x="3404" y="119379"/>
                </a:cubicBezTo>
                <a:cubicBezTo>
                  <a:pt x="11720" y="132997"/>
                  <a:pt x="13953" y="141424"/>
                  <a:pt x="13618" y="157386"/>
                </a:cubicBezTo>
                <a:cubicBezTo>
                  <a:pt x="13395" y="166148"/>
                  <a:pt x="18138" y="174296"/>
                  <a:pt x="25840" y="178538"/>
                </a:cubicBezTo>
                <a:cubicBezTo>
                  <a:pt x="38174" y="185291"/>
                  <a:pt x="44425" y="190872"/>
                  <a:pt x="51011" y="201699"/>
                </a:cubicBezTo>
                <a:lnTo>
                  <a:pt x="23831" y="255891"/>
                </a:lnTo>
                <a:cubicBezTo>
                  <a:pt x="20538" y="262533"/>
                  <a:pt x="23217" y="270570"/>
                  <a:pt x="29803" y="273862"/>
                </a:cubicBezTo>
                <a:lnTo>
                  <a:pt x="77800" y="297861"/>
                </a:lnTo>
                <a:cubicBezTo>
                  <a:pt x="84218" y="301042"/>
                  <a:pt x="92032" y="298642"/>
                  <a:pt x="95492" y="292391"/>
                </a:cubicBezTo>
                <a:lnTo>
                  <a:pt x="124960" y="239316"/>
                </a:lnTo>
                <a:lnTo>
                  <a:pt x="154428" y="292391"/>
                </a:lnTo>
                <a:cubicBezTo>
                  <a:pt x="157888" y="298642"/>
                  <a:pt x="165702" y="301098"/>
                  <a:pt x="172120" y="297861"/>
                </a:cubicBezTo>
                <a:lnTo>
                  <a:pt x="220117" y="273862"/>
                </a:lnTo>
                <a:cubicBezTo>
                  <a:pt x="226758" y="270570"/>
                  <a:pt x="229437" y="262533"/>
                  <a:pt x="226089" y="255891"/>
                </a:cubicBezTo>
                <a:lnTo>
                  <a:pt x="198965" y="201644"/>
                </a:lnTo>
                <a:cubicBezTo>
                  <a:pt x="205494" y="190816"/>
                  <a:pt x="211801" y="185235"/>
                  <a:pt x="224135" y="178482"/>
                </a:cubicBezTo>
                <a:cubicBezTo>
                  <a:pt x="231837" y="174296"/>
                  <a:pt x="236525" y="166092"/>
                  <a:pt x="236358" y="157330"/>
                </a:cubicBezTo>
                <a:cubicBezTo>
                  <a:pt x="235967" y="141368"/>
                  <a:pt x="238255" y="132941"/>
                  <a:pt x="246571" y="119323"/>
                </a:cubicBezTo>
                <a:cubicBezTo>
                  <a:pt x="251147" y="111844"/>
                  <a:pt x="251147" y="102412"/>
                  <a:pt x="246571" y="94934"/>
                </a:cubicBezTo>
                <a:cubicBezTo>
                  <a:pt x="238255" y="81316"/>
                  <a:pt x="236023" y="72889"/>
                  <a:pt x="236358" y="56927"/>
                </a:cubicBezTo>
                <a:cubicBezTo>
                  <a:pt x="236581" y="48165"/>
                  <a:pt x="231837" y="40016"/>
                  <a:pt x="224135" y="35775"/>
                </a:cubicBezTo>
                <a:cubicBezTo>
                  <a:pt x="210127" y="28129"/>
                  <a:pt x="203932" y="21934"/>
                  <a:pt x="196286" y="7925"/>
                </a:cubicBezTo>
                <a:cubicBezTo>
                  <a:pt x="192100" y="223"/>
                  <a:pt x="183896" y="-4465"/>
                  <a:pt x="175133" y="-4297"/>
                </a:cubicBezTo>
                <a:cubicBezTo>
                  <a:pt x="159172" y="-3907"/>
                  <a:pt x="150744" y="-6195"/>
                  <a:pt x="137127" y="-14511"/>
                </a:cubicBezTo>
                <a:close/>
                <a:moveTo>
                  <a:pt x="125016" y="53578"/>
                </a:moveTo>
                <a:cubicBezTo>
                  <a:pt x="154586" y="53578"/>
                  <a:pt x="178594" y="77586"/>
                  <a:pt x="178594" y="107156"/>
                </a:cubicBezTo>
                <a:cubicBezTo>
                  <a:pt x="178594" y="136727"/>
                  <a:pt x="154586" y="160734"/>
                  <a:pt x="125016" y="160734"/>
                </a:cubicBezTo>
                <a:cubicBezTo>
                  <a:pt x="95445" y="160734"/>
                  <a:pt x="71438" y="136727"/>
                  <a:pt x="71438" y="107156"/>
                </a:cubicBezTo>
                <a:cubicBezTo>
                  <a:pt x="71438" y="77586"/>
                  <a:pt x="95445" y="53578"/>
                  <a:pt x="125016" y="5357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9" name="Text 16"/>
          <p:cNvSpPr/>
          <p:nvPr/>
        </p:nvSpPr>
        <p:spPr>
          <a:xfrm>
            <a:off x="8324850" y="3295650"/>
            <a:ext cx="3314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Technical Excellence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343900" y="3714750"/>
            <a:ext cx="32766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Demonstrates practical implementation of front-end design, back-end programming, and database integration.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381000" y="4991100"/>
            <a:ext cx="11430000" cy="1076325"/>
          </a:xfrm>
          <a:custGeom>
            <a:avLst/>
            <a:gdLst/>
            <a:ahLst/>
            <a:cxnLst/>
            <a:rect l="l" t="t" r="r" b="b"/>
            <a:pathLst>
              <a:path w="11430000" h="1076325">
                <a:moveTo>
                  <a:pt x="152397" y="0"/>
                </a:moveTo>
                <a:lnTo>
                  <a:pt x="11277603" y="0"/>
                </a:lnTo>
                <a:cubicBezTo>
                  <a:pt x="11361713" y="0"/>
                  <a:pt x="11430000" y="68287"/>
                  <a:pt x="11430000" y="152397"/>
                </a:cubicBezTo>
                <a:lnTo>
                  <a:pt x="11430000" y="923928"/>
                </a:lnTo>
                <a:cubicBezTo>
                  <a:pt x="11430000" y="1008038"/>
                  <a:pt x="11361713" y="1076325"/>
                  <a:pt x="11277603" y="1076325"/>
                </a:cubicBezTo>
                <a:lnTo>
                  <a:pt x="152397" y="1076325"/>
                </a:lnTo>
                <a:cubicBezTo>
                  <a:pt x="68287" y="1076325"/>
                  <a:pt x="0" y="1008038"/>
                  <a:pt x="0" y="923928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561975" y="5219700"/>
            <a:ext cx="110680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Personal Expense Tracker Website provides a comprehensive solution for managing daily expenses, </a:t>
            </a:r>
            <a:pPr algn="ctr">
              <a:lnSpc>
                <a:spcPct val="140000"/>
              </a:lnSpc>
            </a:pPr>
            <a:r>
              <a:rPr lang="en-US" sz="1500" b="1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empowering users to take control of their financial future through technology.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381000" y="6067425"/>
            <a:ext cx="3467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 Team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381000" y="6372225"/>
            <a:ext cx="3476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Devansh • Govind • Gagan • Sanskar • Abhinav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0337304" y="6067425"/>
            <a:ext cx="1476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b="1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 Supervisor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10327779" y="6372225"/>
            <a:ext cx="1485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5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Mr. Samarth Vohra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Personal Expense Tracker Website</dc:title>
  <dc:subject>Personal Expense Tracker Website</dc:subject>
  <dc:creator>Kimi</dc:creator>
  <cp:lastModifiedBy>Kimi</cp:lastModifiedBy>
  <cp:revision>1</cp:revision>
  <dcterms:created xsi:type="dcterms:W3CDTF">2026-03-09T15:57:59Z</dcterms:created>
  <dcterms:modified xsi:type="dcterms:W3CDTF">2026-03-09T15:57:59Z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{"Label":"Personal Expense Tracker Website","ContentProducer":"001191110108MACG2KBH8F10000","ProduceID":"19cd34db-3952-865e-8000-0000d99e7ad4","ReservedCode1":"","ContentPropagator":"001191110108MACG2KBH8F20000","PropagateID":"19cd34db-3952-865e-8000-0000d99e7ad4","ReservedCode2":""}</vt:lpwstr>
  </property>
</Properties>
</file>